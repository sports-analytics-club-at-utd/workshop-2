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Test games</c:v>
                </c:pt>
              </c:strCache>
            </c:strRef>
          </c:tx>
          <c:spPr>
            <a:solidFill>
              <a:srgbClr val="E87500"/>
            </a:solidFill>
            <a:ln>
              <a:noFill/>
            </a:ln>
            <a:effectLst/>
          </c:spPr>
          <c:marker>
            <c:symbol val="circle"/>
            <c:size val="4"/>
            <c:spPr>
              <a:solidFill>
                <a:srgbClr val="E87500"/>
              </a:solidFill>
              <a:ln w="9525" cap="flat">
                <a:solidFill>
                  <a:srgbClr val="E87500"/>
                </a:solidFill>
                <a:prstDash val="solid"/>
                <a:round/>
              </a:ln>
              <a:effectLst/>
            </c:spPr>
          </c:marker>
          <c:xVal>
            <c:numRef>
              <c:f>Sheet1!$A$2:$A$458</c:f>
              <c:numCache>
                <c:formatCode>General</c:formatCode>
                <c:ptCount val="457"/>
                <c:pt idx="0">
                  <c:v>20</c:v>
                </c:pt>
                <c:pt idx="1">
                  <c:v>17</c:v>
                </c:pt>
                <c:pt idx="2">
                  <c:v>42</c:v>
                </c:pt>
                <c:pt idx="3">
                  <c:v>20</c:v>
                </c:pt>
                <c:pt idx="4">
                  <c:v>42</c:v>
                </c:pt>
                <c:pt idx="5">
                  <c:v>21</c:v>
                </c:pt>
                <c:pt idx="6">
                  <c:v>20</c:v>
                </c:pt>
                <c:pt idx="7">
                  <c:v>20</c:v>
                </c:pt>
                <c:pt idx="8">
                  <c:v>0</c:v>
                </c:pt>
                <c:pt idx="9">
                  <c:v>31</c:v>
                </c:pt>
                <c:pt idx="10">
                  <c:v>21</c:v>
                </c:pt>
                <c:pt idx="11">
                  <c:v>14</c:v>
                </c:pt>
                <c:pt idx="12">
                  <c:v>23</c:v>
                </c:pt>
                <c:pt idx="13">
                  <c:v>17</c:v>
                </c:pt>
                <c:pt idx="14">
                  <c:v>19</c:v>
                </c:pt>
                <c:pt idx="15">
                  <c:v>26</c:v>
                </c:pt>
                <c:pt idx="16">
                  <c:v>16</c:v>
                </c:pt>
                <c:pt idx="17">
                  <c:v>42</c:v>
                </c:pt>
                <c:pt idx="18">
                  <c:v>6</c:v>
                </c:pt>
                <c:pt idx="19">
                  <c:v>37</c:v>
                </c:pt>
                <c:pt idx="20">
                  <c:v>13</c:v>
                </c:pt>
                <c:pt idx="21">
                  <c:v>21</c:v>
                </c:pt>
                <c:pt idx="22">
                  <c:v>20</c:v>
                </c:pt>
                <c:pt idx="23">
                  <c:v>14</c:v>
                </c:pt>
                <c:pt idx="24">
                  <c:v>20</c:v>
                </c:pt>
                <c:pt idx="25">
                  <c:v>17</c:v>
                </c:pt>
                <c:pt idx="26">
                  <c:v>19</c:v>
                </c:pt>
                <c:pt idx="27">
                  <c:v>16</c:v>
                </c:pt>
                <c:pt idx="28">
                  <c:v>17</c:v>
                </c:pt>
                <c:pt idx="29">
                  <c:v>24</c:v>
                </c:pt>
                <c:pt idx="30">
                  <c:v>20</c:v>
                </c:pt>
                <c:pt idx="31">
                  <c:v>13</c:v>
                </c:pt>
                <c:pt idx="32">
                  <c:v>29</c:v>
                </c:pt>
                <c:pt idx="33">
                  <c:v>38</c:v>
                </c:pt>
                <c:pt idx="34">
                  <c:v>38</c:v>
                </c:pt>
                <c:pt idx="35">
                  <c:v>19</c:v>
                </c:pt>
                <c:pt idx="36">
                  <c:v>31</c:v>
                </c:pt>
                <c:pt idx="37">
                  <c:v>30</c:v>
                </c:pt>
                <c:pt idx="38">
                  <c:v>31</c:v>
                </c:pt>
                <c:pt idx="39">
                  <c:v>17</c:v>
                </c:pt>
                <c:pt idx="40">
                  <c:v>14</c:v>
                </c:pt>
                <c:pt idx="41">
                  <c:v>22</c:v>
                </c:pt>
                <c:pt idx="42">
                  <c:v>24</c:v>
                </c:pt>
                <c:pt idx="43">
                  <c:v>28</c:v>
                </c:pt>
                <c:pt idx="44">
                  <c:v>24</c:v>
                </c:pt>
                <c:pt idx="45">
                  <c:v>30</c:v>
                </c:pt>
                <c:pt idx="46">
                  <c:v>17</c:v>
                </c:pt>
                <c:pt idx="47">
                  <c:v>24</c:v>
                </c:pt>
                <c:pt idx="48">
                  <c:v>15</c:v>
                </c:pt>
                <c:pt idx="49">
                  <c:v>10</c:v>
                </c:pt>
                <c:pt idx="50">
                  <c:v>24</c:v>
                </c:pt>
                <c:pt idx="51">
                  <c:v>43</c:v>
                </c:pt>
                <c:pt idx="52">
                  <c:v>10</c:v>
                </c:pt>
                <c:pt idx="53">
                  <c:v>31</c:v>
                </c:pt>
                <c:pt idx="54">
                  <c:v>27</c:v>
                </c:pt>
                <c:pt idx="55">
                  <c:v>10</c:v>
                </c:pt>
                <c:pt idx="56">
                  <c:v>31</c:v>
                </c:pt>
                <c:pt idx="57">
                  <c:v>26</c:v>
                </c:pt>
                <c:pt idx="58">
                  <c:v>20</c:v>
                </c:pt>
                <c:pt idx="59">
                  <c:v>27</c:v>
                </c:pt>
                <c:pt idx="60">
                  <c:v>24</c:v>
                </c:pt>
                <c:pt idx="61">
                  <c:v>24</c:v>
                </c:pt>
                <c:pt idx="62">
                  <c:v>28</c:v>
                </c:pt>
                <c:pt idx="63">
                  <c:v>13</c:v>
                </c:pt>
                <c:pt idx="64">
                  <c:v>20</c:v>
                </c:pt>
                <c:pt idx="65">
                  <c:v>21</c:v>
                </c:pt>
                <c:pt idx="66">
                  <c:v>28</c:v>
                </c:pt>
                <c:pt idx="67">
                  <c:v>30</c:v>
                </c:pt>
                <c:pt idx="68">
                  <c:v>37</c:v>
                </c:pt>
                <c:pt idx="69">
                  <c:v>39</c:v>
                </c:pt>
                <c:pt idx="70">
                  <c:v>17</c:v>
                </c:pt>
                <c:pt idx="71">
                  <c:v>6</c:v>
                </c:pt>
                <c:pt idx="72">
                  <c:v>16</c:v>
                </c:pt>
                <c:pt idx="73">
                  <c:v>25</c:v>
                </c:pt>
                <c:pt idx="74">
                  <c:v>31</c:v>
                </c:pt>
                <c:pt idx="75">
                  <c:v>38</c:v>
                </c:pt>
                <c:pt idx="76">
                  <c:v>23</c:v>
                </c:pt>
                <c:pt idx="77">
                  <c:v>27</c:v>
                </c:pt>
                <c:pt idx="78">
                  <c:v>6</c:v>
                </c:pt>
                <c:pt idx="79">
                  <c:v>27</c:v>
                </c:pt>
                <c:pt idx="80">
                  <c:v>49</c:v>
                </c:pt>
                <c:pt idx="81">
                  <c:v>16</c:v>
                </c:pt>
                <c:pt idx="82">
                  <c:v>3</c:v>
                </c:pt>
                <c:pt idx="83">
                  <c:v>20</c:v>
                </c:pt>
                <c:pt idx="84">
                  <c:v>29</c:v>
                </c:pt>
                <c:pt idx="85">
                  <c:v>22</c:v>
                </c:pt>
                <c:pt idx="86">
                  <c:v>34</c:v>
                </c:pt>
                <c:pt idx="87">
                  <c:v>21</c:v>
                </c:pt>
                <c:pt idx="88">
                  <c:v>31</c:v>
                </c:pt>
                <c:pt idx="89">
                  <c:v>10</c:v>
                </c:pt>
                <c:pt idx="90">
                  <c:v>23</c:v>
                </c:pt>
                <c:pt idx="91">
                  <c:v>20</c:v>
                </c:pt>
                <c:pt idx="92">
                  <c:v>21</c:v>
                </c:pt>
                <c:pt idx="93">
                  <c:v>19</c:v>
                </c:pt>
                <c:pt idx="94">
                  <c:v>32</c:v>
                </c:pt>
                <c:pt idx="95">
                  <c:v>13</c:v>
                </c:pt>
                <c:pt idx="96">
                  <c:v>17</c:v>
                </c:pt>
                <c:pt idx="97">
                  <c:v>27</c:v>
                </c:pt>
                <c:pt idx="98">
                  <c:v>34</c:v>
                </c:pt>
                <c:pt idx="99">
                  <c:v>17</c:v>
                </c:pt>
                <c:pt idx="100">
                  <c:v>22</c:v>
                </c:pt>
                <c:pt idx="101">
                  <c:v>13</c:v>
                </c:pt>
                <c:pt idx="102">
                  <c:v>45</c:v>
                </c:pt>
                <c:pt idx="103">
                  <c:v>13</c:v>
                </c:pt>
                <c:pt idx="104">
                  <c:v>10</c:v>
                </c:pt>
                <c:pt idx="105">
                  <c:v>37</c:v>
                </c:pt>
                <c:pt idx="106">
                  <c:v>17</c:v>
                </c:pt>
                <c:pt idx="107">
                  <c:v>29</c:v>
                </c:pt>
                <c:pt idx="108">
                  <c:v>21</c:v>
                </c:pt>
                <c:pt idx="109">
                  <c:v>17</c:v>
                </c:pt>
                <c:pt idx="110">
                  <c:v>14</c:v>
                </c:pt>
                <c:pt idx="111">
                  <c:v>10</c:v>
                </c:pt>
                <c:pt idx="112">
                  <c:v>24</c:v>
                </c:pt>
                <c:pt idx="113">
                  <c:v>10</c:v>
                </c:pt>
                <c:pt idx="114">
                  <c:v>27</c:v>
                </c:pt>
                <c:pt idx="115">
                  <c:v>10</c:v>
                </c:pt>
                <c:pt idx="116">
                  <c:v>41</c:v>
                </c:pt>
                <c:pt idx="117">
                  <c:v>10</c:v>
                </c:pt>
                <c:pt idx="118">
                  <c:v>8</c:v>
                </c:pt>
                <c:pt idx="119">
                  <c:v>21</c:v>
                </c:pt>
                <c:pt idx="120">
                  <c:v>36</c:v>
                </c:pt>
                <c:pt idx="121">
                  <c:v>22</c:v>
                </c:pt>
                <c:pt idx="122">
                  <c:v>28</c:v>
                </c:pt>
                <c:pt idx="123">
                  <c:v>28</c:v>
                </c:pt>
                <c:pt idx="124">
                  <c:v>27</c:v>
                </c:pt>
                <c:pt idx="125">
                  <c:v>0</c:v>
                </c:pt>
                <c:pt idx="126">
                  <c:v>15</c:v>
                </c:pt>
                <c:pt idx="127">
                  <c:v>19</c:v>
                </c:pt>
                <c:pt idx="128">
                  <c:v>31</c:v>
                </c:pt>
                <c:pt idx="129">
                  <c:v>18</c:v>
                </c:pt>
                <c:pt idx="130">
                  <c:v>17</c:v>
                </c:pt>
                <c:pt idx="131">
                  <c:v>28</c:v>
                </c:pt>
                <c:pt idx="132">
                  <c:v>7</c:v>
                </c:pt>
                <c:pt idx="133">
                  <c:v>28</c:v>
                </c:pt>
                <c:pt idx="134">
                  <c:v>30</c:v>
                </c:pt>
                <c:pt idx="135">
                  <c:v>34</c:v>
                </c:pt>
                <c:pt idx="136">
                  <c:v>31</c:v>
                </c:pt>
                <c:pt idx="137">
                  <c:v>37</c:v>
                </c:pt>
                <c:pt idx="138">
                  <c:v>0</c:v>
                </c:pt>
                <c:pt idx="139">
                  <c:v>33</c:v>
                </c:pt>
                <c:pt idx="140">
                  <c:v>28</c:v>
                </c:pt>
                <c:pt idx="141">
                  <c:v>25</c:v>
                </c:pt>
                <c:pt idx="142">
                  <c:v>24</c:v>
                </c:pt>
                <c:pt idx="143">
                  <c:v>27</c:v>
                </c:pt>
                <c:pt idx="144">
                  <c:v>63</c:v>
                </c:pt>
                <c:pt idx="145">
                  <c:v>42</c:v>
                </c:pt>
                <c:pt idx="146">
                  <c:v>27</c:v>
                </c:pt>
                <c:pt idx="147">
                  <c:v>30</c:v>
                </c:pt>
                <c:pt idx="148">
                  <c:v>9</c:v>
                </c:pt>
                <c:pt idx="149">
                  <c:v>7</c:v>
                </c:pt>
                <c:pt idx="150">
                  <c:v>20</c:v>
                </c:pt>
                <c:pt idx="151">
                  <c:v>31</c:v>
                </c:pt>
                <c:pt idx="152">
                  <c:v>16</c:v>
                </c:pt>
                <c:pt idx="153">
                  <c:v>17</c:v>
                </c:pt>
                <c:pt idx="154">
                  <c:v>24</c:v>
                </c:pt>
                <c:pt idx="155">
                  <c:v>30</c:v>
                </c:pt>
                <c:pt idx="156">
                  <c:v>29</c:v>
                </c:pt>
                <c:pt idx="157">
                  <c:v>20</c:v>
                </c:pt>
                <c:pt idx="158">
                  <c:v>28</c:v>
                </c:pt>
                <c:pt idx="159">
                  <c:v>20</c:v>
                </c:pt>
                <c:pt idx="160">
                  <c:v>30</c:v>
                </c:pt>
                <c:pt idx="161">
                  <c:v>22</c:v>
                </c:pt>
                <c:pt idx="162">
                  <c:v>34</c:v>
                </c:pt>
                <c:pt idx="163">
                  <c:v>27</c:v>
                </c:pt>
                <c:pt idx="164">
                  <c:v>22</c:v>
                </c:pt>
                <c:pt idx="165">
                  <c:v>22</c:v>
                </c:pt>
                <c:pt idx="166">
                  <c:v>24</c:v>
                </c:pt>
                <c:pt idx="167">
                  <c:v>30</c:v>
                </c:pt>
                <c:pt idx="168">
                  <c:v>29</c:v>
                </c:pt>
                <c:pt idx="169">
                  <c:v>30</c:v>
                </c:pt>
                <c:pt idx="170">
                  <c:v>23</c:v>
                </c:pt>
                <c:pt idx="171">
                  <c:v>17</c:v>
                </c:pt>
                <c:pt idx="172">
                  <c:v>30</c:v>
                </c:pt>
                <c:pt idx="173">
                  <c:v>19</c:v>
                </c:pt>
                <c:pt idx="174">
                  <c:v>14</c:v>
                </c:pt>
                <c:pt idx="175">
                  <c:v>33</c:v>
                </c:pt>
                <c:pt idx="176">
                  <c:v>37</c:v>
                </c:pt>
                <c:pt idx="177">
                  <c:v>20</c:v>
                </c:pt>
                <c:pt idx="178">
                  <c:v>31</c:v>
                </c:pt>
                <c:pt idx="179">
                  <c:v>37</c:v>
                </c:pt>
                <c:pt idx="180">
                  <c:v>26</c:v>
                </c:pt>
                <c:pt idx="181">
                  <c:v>25</c:v>
                </c:pt>
                <c:pt idx="182">
                  <c:v>10</c:v>
                </c:pt>
                <c:pt idx="183">
                  <c:v>16</c:v>
                </c:pt>
                <c:pt idx="184">
                  <c:v>25</c:v>
                </c:pt>
                <c:pt idx="185">
                  <c:v>23</c:v>
                </c:pt>
                <c:pt idx="186">
                  <c:v>56</c:v>
                </c:pt>
                <c:pt idx="187">
                  <c:v>27</c:v>
                </c:pt>
                <c:pt idx="188">
                  <c:v>13</c:v>
                </c:pt>
                <c:pt idx="189">
                  <c:v>23</c:v>
                </c:pt>
                <c:pt idx="190">
                  <c:v>10</c:v>
                </c:pt>
                <c:pt idx="191">
                  <c:v>26</c:v>
                </c:pt>
                <c:pt idx="192">
                  <c:v>19</c:v>
                </c:pt>
                <c:pt idx="193">
                  <c:v>10</c:v>
                </c:pt>
                <c:pt idx="194">
                  <c:v>48</c:v>
                </c:pt>
                <c:pt idx="195">
                  <c:v>14</c:v>
                </c:pt>
                <c:pt idx="196">
                  <c:v>17</c:v>
                </c:pt>
                <c:pt idx="197">
                  <c:v>31</c:v>
                </c:pt>
                <c:pt idx="198">
                  <c:v>10</c:v>
                </c:pt>
                <c:pt idx="199">
                  <c:v>27</c:v>
                </c:pt>
                <c:pt idx="200">
                  <c:v>28</c:v>
                </c:pt>
                <c:pt idx="201">
                  <c:v>12</c:v>
                </c:pt>
                <c:pt idx="202">
                  <c:v>20</c:v>
                </c:pt>
                <c:pt idx="203">
                  <c:v>30</c:v>
                </c:pt>
                <c:pt idx="204">
                  <c:v>3</c:v>
                </c:pt>
                <c:pt idx="205">
                  <c:v>27</c:v>
                </c:pt>
                <c:pt idx="206">
                  <c:v>20</c:v>
                </c:pt>
                <c:pt idx="207">
                  <c:v>0</c:v>
                </c:pt>
                <c:pt idx="208">
                  <c:v>36</c:v>
                </c:pt>
                <c:pt idx="209">
                  <c:v>23</c:v>
                </c:pt>
                <c:pt idx="210">
                  <c:v>38</c:v>
                </c:pt>
                <c:pt idx="211">
                  <c:v>23</c:v>
                </c:pt>
                <c:pt idx="212">
                  <c:v>36</c:v>
                </c:pt>
                <c:pt idx="213">
                  <c:v>34</c:v>
                </c:pt>
                <c:pt idx="214">
                  <c:v>17</c:v>
                </c:pt>
                <c:pt idx="215">
                  <c:v>19</c:v>
                </c:pt>
                <c:pt idx="216">
                  <c:v>37</c:v>
                </c:pt>
                <c:pt idx="217">
                  <c:v>34</c:v>
                </c:pt>
                <c:pt idx="218">
                  <c:v>10</c:v>
                </c:pt>
                <c:pt idx="219">
                  <c:v>20</c:v>
                </c:pt>
                <c:pt idx="220">
                  <c:v>23</c:v>
                </c:pt>
                <c:pt idx="221">
                  <c:v>26</c:v>
                </c:pt>
                <c:pt idx="222">
                  <c:v>24</c:v>
                </c:pt>
                <c:pt idx="223">
                  <c:v>34</c:v>
                </c:pt>
                <c:pt idx="224">
                  <c:v>20</c:v>
                </c:pt>
                <c:pt idx="225">
                  <c:v>7</c:v>
                </c:pt>
                <c:pt idx="226">
                  <c:v>20</c:v>
                </c:pt>
                <c:pt idx="227">
                  <c:v>9</c:v>
                </c:pt>
                <c:pt idx="228">
                  <c:v>21</c:v>
                </c:pt>
                <c:pt idx="229">
                  <c:v>17</c:v>
                </c:pt>
                <c:pt idx="230">
                  <c:v>35</c:v>
                </c:pt>
                <c:pt idx="231">
                  <c:v>16</c:v>
                </c:pt>
                <c:pt idx="232">
                  <c:v>13</c:v>
                </c:pt>
                <c:pt idx="233">
                  <c:v>27</c:v>
                </c:pt>
                <c:pt idx="234">
                  <c:v>30</c:v>
                </c:pt>
                <c:pt idx="235">
                  <c:v>20</c:v>
                </c:pt>
                <c:pt idx="236">
                  <c:v>10</c:v>
                </c:pt>
                <c:pt idx="237">
                  <c:v>40</c:v>
                </c:pt>
                <c:pt idx="238">
                  <c:v>14</c:v>
                </c:pt>
                <c:pt idx="239">
                  <c:v>29</c:v>
                </c:pt>
                <c:pt idx="240">
                  <c:v>24</c:v>
                </c:pt>
                <c:pt idx="241">
                  <c:v>18</c:v>
                </c:pt>
                <c:pt idx="242">
                  <c:v>20</c:v>
                </c:pt>
                <c:pt idx="243">
                  <c:v>16</c:v>
                </c:pt>
                <c:pt idx="244">
                  <c:v>32</c:v>
                </c:pt>
                <c:pt idx="245">
                  <c:v>37</c:v>
                </c:pt>
                <c:pt idx="246">
                  <c:v>3</c:v>
                </c:pt>
                <c:pt idx="247">
                  <c:v>14</c:v>
                </c:pt>
                <c:pt idx="248">
                  <c:v>34</c:v>
                </c:pt>
                <c:pt idx="249">
                  <c:v>31</c:v>
                </c:pt>
                <c:pt idx="250">
                  <c:v>17</c:v>
                </c:pt>
                <c:pt idx="251">
                  <c:v>30</c:v>
                </c:pt>
                <c:pt idx="252">
                  <c:v>27</c:v>
                </c:pt>
                <c:pt idx="253">
                  <c:v>26</c:v>
                </c:pt>
                <c:pt idx="254">
                  <c:v>29</c:v>
                </c:pt>
                <c:pt idx="255">
                  <c:v>10</c:v>
                </c:pt>
                <c:pt idx="256">
                  <c:v>28</c:v>
                </c:pt>
                <c:pt idx="257">
                  <c:v>18</c:v>
                </c:pt>
                <c:pt idx="258">
                  <c:v>30</c:v>
                </c:pt>
                <c:pt idx="259">
                  <c:v>27</c:v>
                </c:pt>
                <c:pt idx="260">
                  <c:v>23</c:v>
                </c:pt>
                <c:pt idx="261">
                  <c:v>20</c:v>
                </c:pt>
                <c:pt idx="262">
                  <c:v>26</c:v>
                </c:pt>
                <c:pt idx="263">
                  <c:v>25</c:v>
                </c:pt>
                <c:pt idx="264">
                  <c:v>17</c:v>
                </c:pt>
                <c:pt idx="265">
                  <c:v>52</c:v>
                </c:pt>
                <c:pt idx="266">
                  <c:v>26</c:v>
                </c:pt>
                <c:pt idx="267">
                  <c:v>21</c:v>
                </c:pt>
                <c:pt idx="268">
                  <c:v>29</c:v>
                </c:pt>
                <c:pt idx="269">
                  <c:v>27</c:v>
                </c:pt>
                <c:pt idx="270">
                  <c:v>41</c:v>
                </c:pt>
                <c:pt idx="271">
                  <c:v>14</c:v>
                </c:pt>
                <c:pt idx="272">
                  <c:v>21</c:v>
                </c:pt>
                <c:pt idx="273">
                  <c:v>28</c:v>
                </c:pt>
                <c:pt idx="274">
                  <c:v>10</c:v>
                </c:pt>
                <c:pt idx="275">
                  <c:v>20</c:v>
                </c:pt>
                <c:pt idx="276">
                  <c:v>41</c:v>
                </c:pt>
                <c:pt idx="277">
                  <c:v>30</c:v>
                </c:pt>
                <c:pt idx="278">
                  <c:v>20</c:v>
                </c:pt>
                <c:pt idx="279">
                  <c:v>23</c:v>
                </c:pt>
                <c:pt idx="280">
                  <c:v>22</c:v>
                </c:pt>
                <c:pt idx="281">
                  <c:v>30</c:v>
                </c:pt>
                <c:pt idx="282">
                  <c:v>35</c:v>
                </c:pt>
                <c:pt idx="283">
                  <c:v>20</c:v>
                </c:pt>
                <c:pt idx="284">
                  <c:v>20</c:v>
                </c:pt>
                <c:pt idx="285">
                  <c:v>16</c:v>
                </c:pt>
                <c:pt idx="286">
                  <c:v>23</c:v>
                </c:pt>
                <c:pt idx="287">
                  <c:v>7</c:v>
                </c:pt>
                <c:pt idx="288">
                  <c:v>3</c:v>
                </c:pt>
                <c:pt idx="289">
                  <c:v>20</c:v>
                </c:pt>
                <c:pt idx="290">
                  <c:v>31</c:v>
                </c:pt>
                <c:pt idx="291">
                  <c:v>6</c:v>
                </c:pt>
                <c:pt idx="292">
                  <c:v>27</c:v>
                </c:pt>
                <c:pt idx="293">
                  <c:v>20</c:v>
                </c:pt>
                <c:pt idx="294">
                  <c:v>27</c:v>
                </c:pt>
                <c:pt idx="295">
                  <c:v>15</c:v>
                </c:pt>
                <c:pt idx="296">
                  <c:v>26</c:v>
                </c:pt>
                <c:pt idx="297">
                  <c:v>38</c:v>
                </c:pt>
                <c:pt idx="298">
                  <c:v>18</c:v>
                </c:pt>
                <c:pt idx="299">
                  <c:v>34</c:v>
                </c:pt>
                <c:pt idx="300">
                  <c:v>35</c:v>
                </c:pt>
                <c:pt idx="301">
                  <c:v>19</c:v>
                </c:pt>
                <c:pt idx="302">
                  <c:v>27</c:v>
                </c:pt>
                <c:pt idx="303">
                  <c:v>52</c:v>
                </c:pt>
                <c:pt idx="304">
                  <c:v>30</c:v>
                </c:pt>
                <c:pt idx="305">
                  <c:v>22</c:v>
                </c:pt>
                <c:pt idx="306">
                  <c:v>34</c:v>
                </c:pt>
                <c:pt idx="307">
                  <c:v>13</c:v>
                </c:pt>
                <c:pt idx="308">
                  <c:v>17</c:v>
                </c:pt>
                <c:pt idx="309">
                  <c:v>10</c:v>
                </c:pt>
                <c:pt idx="310">
                  <c:v>24</c:v>
                </c:pt>
                <c:pt idx="311">
                  <c:v>16</c:v>
                </c:pt>
                <c:pt idx="312">
                  <c:v>26</c:v>
                </c:pt>
                <c:pt idx="313">
                  <c:v>19</c:v>
                </c:pt>
                <c:pt idx="314">
                  <c:v>6</c:v>
                </c:pt>
                <c:pt idx="315">
                  <c:v>27</c:v>
                </c:pt>
                <c:pt idx="316">
                  <c:v>27</c:v>
                </c:pt>
                <c:pt idx="317">
                  <c:v>34</c:v>
                </c:pt>
                <c:pt idx="318">
                  <c:v>20</c:v>
                </c:pt>
                <c:pt idx="319">
                  <c:v>38</c:v>
                </c:pt>
                <c:pt idx="320">
                  <c:v>7</c:v>
                </c:pt>
                <c:pt idx="321">
                  <c:v>27</c:v>
                </c:pt>
                <c:pt idx="322">
                  <c:v>23</c:v>
                </c:pt>
                <c:pt idx="323">
                  <c:v>23</c:v>
                </c:pt>
                <c:pt idx="324">
                  <c:v>30</c:v>
                </c:pt>
                <c:pt idx="325">
                  <c:v>27</c:v>
                </c:pt>
                <c:pt idx="326">
                  <c:v>19</c:v>
                </c:pt>
                <c:pt idx="327">
                  <c:v>23</c:v>
                </c:pt>
                <c:pt idx="328">
                  <c:v>20</c:v>
                </c:pt>
                <c:pt idx="329">
                  <c:v>24</c:v>
                </c:pt>
                <c:pt idx="330">
                  <c:v>13</c:v>
                </c:pt>
                <c:pt idx="331">
                  <c:v>14</c:v>
                </c:pt>
                <c:pt idx="332">
                  <c:v>19</c:v>
                </c:pt>
                <c:pt idx="333">
                  <c:v>38</c:v>
                </c:pt>
                <c:pt idx="334">
                  <c:v>21</c:v>
                </c:pt>
                <c:pt idx="335">
                  <c:v>35</c:v>
                </c:pt>
                <c:pt idx="336">
                  <c:v>23</c:v>
                </c:pt>
                <c:pt idx="337">
                  <c:v>42</c:v>
                </c:pt>
                <c:pt idx="338">
                  <c:v>41</c:v>
                </c:pt>
                <c:pt idx="339">
                  <c:v>34</c:v>
                </c:pt>
                <c:pt idx="340">
                  <c:v>42</c:v>
                </c:pt>
                <c:pt idx="341">
                  <c:v>44</c:v>
                </c:pt>
                <c:pt idx="342">
                  <c:v>22</c:v>
                </c:pt>
                <c:pt idx="343">
                  <c:v>38</c:v>
                </c:pt>
                <c:pt idx="344">
                  <c:v>27</c:v>
                </c:pt>
                <c:pt idx="345">
                  <c:v>6</c:v>
                </c:pt>
                <c:pt idx="346">
                  <c:v>19</c:v>
                </c:pt>
                <c:pt idx="347">
                  <c:v>28</c:v>
                </c:pt>
                <c:pt idx="348">
                  <c:v>11</c:v>
                </c:pt>
                <c:pt idx="349">
                  <c:v>32</c:v>
                </c:pt>
                <c:pt idx="350">
                  <c:v>18</c:v>
                </c:pt>
                <c:pt idx="351">
                  <c:v>20</c:v>
                </c:pt>
                <c:pt idx="352">
                  <c:v>6</c:v>
                </c:pt>
                <c:pt idx="353">
                  <c:v>14</c:v>
                </c:pt>
                <c:pt idx="354">
                  <c:v>42</c:v>
                </c:pt>
                <c:pt idx="355">
                  <c:v>27</c:v>
                </c:pt>
                <c:pt idx="356">
                  <c:v>14</c:v>
                </c:pt>
                <c:pt idx="357">
                  <c:v>13</c:v>
                </c:pt>
                <c:pt idx="358">
                  <c:v>31</c:v>
                </c:pt>
                <c:pt idx="359">
                  <c:v>7</c:v>
                </c:pt>
                <c:pt idx="360">
                  <c:v>20</c:v>
                </c:pt>
                <c:pt idx="361">
                  <c:v>30</c:v>
                </c:pt>
                <c:pt idx="362">
                  <c:v>25</c:v>
                </c:pt>
                <c:pt idx="363">
                  <c:v>27</c:v>
                </c:pt>
                <c:pt idx="364">
                  <c:v>17</c:v>
                </c:pt>
                <c:pt idx="365">
                  <c:v>19</c:v>
                </c:pt>
                <c:pt idx="366">
                  <c:v>9</c:v>
                </c:pt>
                <c:pt idx="367">
                  <c:v>30</c:v>
                </c:pt>
                <c:pt idx="368">
                  <c:v>34</c:v>
                </c:pt>
                <c:pt idx="369">
                  <c:v>27</c:v>
                </c:pt>
                <c:pt idx="370">
                  <c:v>34</c:v>
                </c:pt>
                <c:pt idx="371">
                  <c:v>36</c:v>
                </c:pt>
                <c:pt idx="372">
                  <c:v>24</c:v>
                </c:pt>
                <c:pt idx="373">
                  <c:v>17</c:v>
                </c:pt>
                <c:pt idx="374">
                  <c:v>19</c:v>
                </c:pt>
                <c:pt idx="375">
                  <c:v>9</c:v>
                </c:pt>
                <c:pt idx="376">
                  <c:v>24</c:v>
                </c:pt>
                <c:pt idx="377">
                  <c:v>24</c:v>
                </c:pt>
                <c:pt idx="378">
                  <c:v>34</c:v>
                </c:pt>
                <c:pt idx="379">
                  <c:v>36</c:v>
                </c:pt>
                <c:pt idx="380">
                  <c:v>29</c:v>
                </c:pt>
                <c:pt idx="381">
                  <c:v>26</c:v>
                </c:pt>
                <c:pt idx="382">
                  <c:v>38</c:v>
                </c:pt>
                <c:pt idx="383">
                  <c:v>34</c:v>
                </c:pt>
                <c:pt idx="384">
                  <c:v>2</c:v>
                </c:pt>
                <c:pt idx="385">
                  <c:v>10</c:v>
                </c:pt>
                <c:pt idx="386">
                  <c:v>3</c:v>
                </c:pt>
                <c:pt idx="387">
                  <c:v>13</c:v>
                </c:pt>
                <c:pt idx="388">
                  <c:v>30</c:v>
                </c:pt>
                <c:pt idx="389">
                  <c:v>7</c:v>
                </c:pt>
                <c:pt idx="390">
                  <c:v>30</c:v>
                </c:pt>
                <c:pt idx="391">
                  <c:v>48</c:v>
                </c:pt>
                <c:pt idx="392">
                  <c:v>41</c:v>
                </c:pt>
                <c:pt idx="393">
                  <c:v>27</c:v>
                </c:pt>
                <c:pt idx="394">
                  <c:v>45</c:v>
                </c:pt>
                <c:pt idx="395">
                  <c:v>10</c:v>
                </c:pt>
                <c:pt idx="396">
                  <c:v>3</c:v>
                </c:pt>
                <c:pt idx="397">
                  <c:v>40</c:v>
                </c:pt>
                <c:pt idx="398">
                  <c:v>20</c:v>
                </c:pt>
                <c:pt idx="399">
                  <c:v>34</c:v>
                </c:pt>
                <c:pt idx="400">
                  <c:v>17</c:v>
                </c:pt>
                <c:pt idx="401">
                  <c:v>35</c:v>
                </c:pt>
                <c:pt idx="402">
                  <c:v>23</c:v>
                </c:pt>
                <c:pt idx="403">
                  <c:v>38</c:v>
                </c:pt>
                <c:pt idx="404">
                  <c:v>22</c:v>
                </c:pt>
                <c:pt idx="405">
                  <c:v>14</c:v>
                </c:pt>
                <c:pt idx="406">
                  <c:v>26</c:v>
                </c:pt>
                <c:pt idx="407">
                  <c:v>38</c:v>
                </c:pt>
                <c:pt idx="408">
                  <c:v>20</c:v>
                </c:pt>
                <c:pt idx="409">
                  <c:v>32</c:v>
                </c:pt>
                <c:pt idx="410">
                  <c:v>31</c:v>
                </c:pt>
                <c:pt idx="411">
                  <c:v>27</c:v>
                </c:pt>
                <c:pt idx="412">
                  <c:v>20</c:v>
                </c:pt>
                <c:pt idx="413">
                  <c:v>25</c:v>
                </c:pt>
                <c:pt idx="414">
                  <c:v>47</c:v>
                </c:pt>
                <c:pt idx="415">
                  <c:v>19</c:v>
                </c:pt>
                <c:pt idx="416">
                  <c:v>0</c:v>
                </c:pt>
                <c:pt idx="417">
                  <c:v>1.625</c:v>
                </c:pt>
                <c:pt idx="418">
                  <c:v>3.25</c:v>
                </c:pt>
                <c:pt idx="419">
                  <c:v>4.875</c:v>
                </c:pt>
                <c:pt idx="420">
                  <c:v>6.5</c:v>
                </c:pt>
                <c:pt idx="421">
                  <c:v>8.125</c:v>
                </c:pt>
                <c:pt idx="422">
                  <c:v>9.75</c:v>
                </c:pt>
                <c:pt idx="423">
                  <c:v>11.375</c:v>
                </c:pt>
                <c:pt idx="424">
                  <c:v>13</c:v>
                </c:pt>
                <c:pt idx="425">
                  <c:v>14.625</c:v>
                </c:pt>
                <c:pt idx="426">
                  <c:v>16.25</c:v>
                </c:pt>
                <c:pt idx="427">
                  <c:v>17.875</c:v>
                </c:pt>
                <c:pt idx="428">
                  <c:v>19.5</c:v>
                </c:pt>
                <c:pt idx="429">
                  <c:v>21.125</c:v>
                </c:pt>
                <c:pt idx="430">
                  <c:v>22.75</c:v>
                </c:pt>
                <c:pt idx="431">
                  <c:v>24.375</c:v>
                </c:pt>
                <c:pt idx="432">
                  <c:v>26</c:v>
                </c:pt>
                <c:pt idx="433">
                  <c:v>27.625</c:v>
                </c:pt>
                <c:pt idx="434">
                  <c:v>29.25</c:v>
                </c:pt>
                <c:pt idx="435">
                  <c:v>30.875</c:v>
                </c:pt>
                <c:pt idx="436">
                  <c:v>32.5</c:v>
                </c:pt>
                <c:pt idx="437">
                  <c:v>34.125</c:v>
                </c:pt>
                <c:pt idx="438">
                  <c:v>35.75</c:v>
                </c:pt>
                <c:pt idx="439">
                  <c:v>37.375</c:v>
                </c:pt>
                <c:pt idx="440">
                  <c:v>39</c:v>
                </c:pt>
                <c:pt idx="441">
                  <c:v>40.625</c:v>
                </c:pt>
                <c:pt idx="442">
                  <c:v>42.25</c:v>
                </c:pt>
                <c:pt idx="443">
                  <c:v>43.875</c:v>
                </c:pt>
                <c:pt idx="444">
                  <c:v>45.5</c:v>
                </c:pt>
                <c:pt idx="445">
                  <c:v>47.125</c:v>
                </c:pt>
                <c:pt idx="446">
                  <c:v>48.75</c:v>
                </c:pt>
                <c:pt idx="447">
                  <c:v>50.375</c:v>
                </c:pt>
                <c:pt idx="448">
                  <c:v>52</c:v>
                </c:pt>
                <c:pt idx="449">
                  <c:v>53.625</c:v>
                </c:pt>
                <c:pt idx="450">
                  <c:v>55.25</c:v>
                </c:pt>
                <c:pt idx="451">
                  <c:v>56.875</c:v>
                </c:pt>
                <c:pt idx="452">
                  <c:v>58.5</c:v>
                </c:pt>
                <c:pt idx="453">
                  <c:v>60.125</c:v>
                </c:pt>
                <c:pt idx="454">
                  <c:v>61.75</c:v>
                </c:pt>
                <c:pt idx="455">
                  <c:v>63.375</c:v>
                </c:pt>
                <c:pt idx="456">
                  <c:v>65</c:v>
                </c:pt>
              </c:numCache>
            </c:numRef>
          </c:xVal>
          <c:yVal>
            <c:numRef>
              <c:f>Sheet1!$B$2:$B$458</c:f>
              <c:numCache>
                <c:formatCode>General</c:formatCode>
                <c:ptCount val="457"/>
                <c:pt idx="0">
                  <c:v>25.51449</c:v>
                </c:pt>
                <c:pt idx="1">
                  <c:v>18.720582</c:v>
                </c:pt>
                <c:pt idx="2">
                  <c:v>25.645508</c:v>
                </c:pt>
                <c:pt idx="3">
                  <c:v>23.301915</c:v>
                </c:pt>
                <c:pt idx="4">
                  <c:v>24.721169</c:v>
                </c:pt>
                <c:pt idx="5">
                  <c:v>19.748177</c:v>
                </c:pt>
                <c:pt idx="6">
                  <c:v>28.245748</c:v>
                </c:pt>
                <c:pt idx="7">
                  <c:v>21.855093</c:v>
                </c:pt>
                <c:pt idx="8">
                  <c:v>18.842217</c:v>
                </c:pt>
                <c:pt idx="9">
                  <c:v>31.396039</c:v>
                </c:pt>
                <c:pt idx="10">
                  <c:v>24.114003</c:v>
                </c:pt>
                <c:pt idx="11">
                  <c:v>24.190698</c:v>
                </c:pt>
                <c:pt idx="12">
                  <c:v>23.103585</c:v>
                </c:pt>
                <c:pt idx="13">
                  <c:v>20.58004</c:v>
                </c:pt>
                <c:pt idx="14">
                  <c:v>28.896263</c:v>
                </c:pt>
                <c:pt idx="15">
                  <c:v>23.727734</c:v>
                </c:pt>
                <c:pt idx="16">
                  <c:v>20.305015</c:v>
                </c:pt>
                <c:pt idx="17">
                  <c:v>30.755915</c:v>
                </c:pt>
                <c:pt idx="18">
                  <c:v>22.525577</c:v>
                </c:pt>
                <c:pt idx="19">
                  <c:v>21.294262</c:v>
                </c:pt>
                <c:pt idx="20">
                  <c:v>24.452541</c:v>
                </c:pt>
                <c:pt idx="21">
                  <c:v>21.069371</c:v>
                </c:pt>
                <c:pt idx="22">
                  <c:v>23.639251</c:v>
                </c:pt>
                <c:pt idx="23">
                  <c:v>30.19648</c:v>
                </c:pt>
                <c:pt idx="24">
                  <c:v>20.968907</c:v>
                </c:pt>
                <c:pt idx="25">
                  <c:v>22.287503</c:v>
                </c:pt>
                <c:pt idx="26">
                  <c:v>20.385704</c:v>
                </c:pt>
                <c:pt idx="27">
                  <c:v>22.603474</c:v>
                </c:pt>
                <c:pt idx="28">
                  <c:v>25.149586</c:v>
                </c:pt>
                <c:pt idx="29">
                  <c:v>21.18581</c:v>
                </c:pt>
                <c:pt idx="30">
                  <c:v>26.628164</c:v>
                </c:pt>
                <c:pt idx="31">
                  <c:v>20.958322</c:v>
                </c:pt>
                <c:pt idx="32">
                  <c:v>15.743457</c:v>
                </c:pt>
                <c:pt idx="33">
                  <c:v>22.323253</c:v>
                </c:pt>
                <c:pt idx="34">
                  <c:v>20.683296</c:v>
                </c:pt>
                <c:pt idx="35">
                  <c:v>22.385369</c:v>
                </c:pt>
                <c:pt idx="36">
                  <c:v>25.394251</c:v>
                </c:pt>
                <c:pt idx="37">
                  <c:v>22.795407</c:v>
                </c:pt>
                <c:pt idx="38">
                  <c:v>24.707792</c:v>
                </c:pt>
                <c:pt idx="39">
                  <c:v>22.291497</c:v>
                </c:pt>
                <c:pt idx="40">
                  <c:v>19.711032</c:v>
                </c:pt>
                <c:pt idx="41">
                  <c:v>21.057584</c:v>
                </c:pt>
                <c:pt idx="42">
                  <c:v>24.188101</c:v>
                </c:pt>
                <c:pt idx="43">
                  <c:v>19.748177</c:v>
                </c:pt>
                <c:pt idx="44">
                  <c:v>17.178492</c:v>
                </c:pt>
                <c:pt idx="45">
                  <c:v>22.497815</c:v>
                </c:pt>
                <c:pt idx="46">
                  <c:v>24.915505</c:v>
                </c:pt>
                <c:pt idx="47">
                  <c:v>23.56116</c:v>
                </c:pt>
                <c:pt idx="48">
                  <c:v>21.166036</c:v>
                </c:pt>
                <c:pt idx="49">
                  <c:v>20.224325</c:v>
                </c:pt>
                <c:pt idx="50">
                  <c:v>20.906791</c:v>
                </c:pt>
                <c:pt idx="51">
                  <c:v>22.134112</c:v>
                </c:pt>
                <c:pt idx="52">
                  <c:v>19.958489</c:v>
                </c:pt>
                <c:pt idx="53">
                  <c:v>26.862244</c:v>
                </c:pt>
                <c:pt idx="54">
                  <c:v>24.205278</c:v>
                </c:pt>
                <c:pt idx="55">
                  <c:v>17.285547</c:v>
                </c:pt>
                <c:pt idx="56">
                  <c:v>22.064008</c:v>
                </c:pt>
                <c:pt idx="57">
                  <c:v>24.330906</c:v>
                </c:pt>
                <c:pt idx="58">
                  <c:v>18.912321</c:v>
                </c:pt>
                <c:pt idx="59">
                  <c:v>23.374617</c:v>
                </c:pt>
                <c:pt idx="60">
                  <c:v>22.34043</c:v>
                </c:pt>
                <c:pt idx="61">
                  <c:v>24.943268</c:v>
                </c:pt>
                <c:pt idx="62">
                  <c:v>24.666846</c:v>
                </c:pt>
                <c:pt idx="63">
                  <c:v>23.436733</c:v>
                </c:pt>
                <c:pt idx="64">
                  <c:v>20.509936</c:v>
                </c:pt>
                <c:pt idx="65">
                  <c:v>22.644614</c:v>
                </c:pt>
                <c:pt idx="66">
                  <c:v>20.679302</c:v>
                </c:pt>
                <c:pt idx="67">
                  <c:v>19.280017</c:v>
                </c:pt>
                <c:pt idx="68">
                  <c:v>22.775632</c:v>
                </c:pt>
                <c:pt idx="69">
                  <c:v>21.427878</c:v>
                </c:pt>
                <c:pt idx="70">
                  <c:v>21.275689</c:v>
                </c:pt>
                <c:pt idx="71">
                  <c:v>22.231978</c:v>
                </c:pt>
                <c:pt idx="72">
                  <c:v>23.143134</c:v>
                </c:pt>
                <c:pt idx="73">
                  <c:v>18.51946</c:v>
                </c:pt>
                <c:pt idx="74">
                  <c:v>27.122885</c:v>
                </c:pt>
                <c:pt idx="75">
                  <c:v>23.040072</c:v>
                </c:pt>
                <c:pt idx="76">
                  <c:v>19.941312</c:v>
                </c:pt>
                <c:pt idx="77">
                  <c:v>24.862579</c:v>
                </c:pt>
                <c:pt idx="78">
                  <c:v>24.049095</c:v>
                </c:pt>
                <c:pt idx="79">
                  <c:v>24.218461</c:v>
                </c:pt>
                <c:pt idx="80">
                  <c:v>22.701535</c:v>
                </c:pt>
                <c:pt idx="81">
                  <c:v>21.032419</c:v>
                </c:pt>
                <c:pt idx="82">
                  <c:v>25.426007</c:v>
                </c:pt>
                <c:pt idx="83">
                  <c:v>21.58786</c:v>
                </c:pt>
                <c:pt idx="84">
                  <c:v>19.824873</c:v>
                </c:pt>
                <c:pt idx="85">
                  <c:v>21.661958</c:v>
                </c:pt>
                <c:pt idx="86">
                  <c:v>27.833113</c:v>
                </c:pt>
                <c:pt idx="87">
                  <c:v>25.162769</c:v>
                </c:pt>
                <c:pt idx="88">
                  <c:v>23.110176</c:v>
                </c:pt>
                <c:pt idx="89">
                  <c:v>19.894977</c:v>
                </c:pt>
                <c:pt idx="90">
                  <c:v>20.769181</c:v>
                </c:pt>
                <c:pt idx="91">
                  <c:v>24.058478</c:v>
                </c:pt>
                <c:pt idx="92">
                  <c:v>20.913383</c:v>
                </c:pt>
                <c:pt idx="93">
                  <c:v>23.112774</c:v>
                </c:pt>
                <c:pt idx="94">
                  <c:v>22.089173</c:v>
                </c:pt>
                <c:pt idx="95">
                  <c:v>25.587386</c:v>
                </c:pt>
                <c:pt idx="96">
                  <c:v>20.867047</c:v>
                </c:pt>
                <c:pt idx="97">
                  <c:v>22.536162</c:v>
                </c:pt>
                <c:pt idx="98">
                  <c:v>23.284738</c:v>
                </c:pt>
                <c:pt idx="99">
                  <c:v>22.287503</c:v>
                </c:pt>
                <c:pt idx="100">
                  <c:v>23.862746</c:v>
                </c:pt>
                <c:pt idx="101">
                  <c:v>20.392295</c:v>
                </c:pt>
                <c:pt idx="102">
                  <c:v>30.836605</c:v>
                </c:pt>
                <c:pt idx="103">
                  <c:v>17.183687</c:v>
                </c:pt>
                <c:pt idx="104">
                  <c:v>25.545044</c:v>
                </c:pt>
                <c:pt idx="105">
                  <c:v>25.478934</c:v>
                </c:pt>
                <c:pt idx="106">
                  <c:v>20.454412</c:v>
                </c:pt>
                <c:pt idx="107">
                  <c:v>21.882855</c:v>
                </c:pt>
                <c:pt idx="108">
                  <c:v>24.341491</c:v>
                </c:pt>
                <c:pt idx="109">
                  <c:v>20.794346</c:v>
                </c:pt>
                <c:pt idx="110">
                  <c:v>21.247927</c:v>
                </c:pt>
                <c:pt idx="111">
                  <c:v>20.307612</c:v>
                </c:pt>
                <c:pt idx="112">
                  <c:v>23.910283</c:v>
                </c:pt>
                <c:pt idx="113">
                  <c:v>23.547976</c:v>
                </c:pt>
                <c:pt idx="114">
                  <c:v>24.918103</c:v>
                </c:pt>
                <c:pt idx="115">
                  <c:v>25.015969</c:v>
                </c:pt>
                <c:pt idx="116">
                  <c:v>30.857775</c:v>
                </c:pt>
                <c:pt idx="117">
                  <c:v>21.926398</c:v>
                </c:pt>
                <c:pt idx="118">
                  <c:v>18.01555</c:v>
                </c:pt>
                <c:pt idx="119">
                  <c:v>23.578337</c:v>
                </c:pt>
                <c:pt idx="120">
                  <c:v>20.934553</c:v>
                </c:pt>
                <c:pt idx="121">
                  <c:v>24.279375</c:v>
                </c:pt>
                <c:pt idx="122">
                  <c:v>24.805658</c:v>
                </c:pt>
                <c:pt idx="123">
                  <c:v>18.674247</c:v>
                </c:pt>
                <c:pt idx="124">
                  <c:v>22.746474</c:v>
                </c:pt>
                <c:pt idx="125">
                  <c:v>18.659668</c:v>
                </c:pt>
                <c:pt idx="126">
                  <c:v>20.424052</c:v>
                </c:pt>
                <c:pt idx="127">
                  <c:v>25.591379</c:v>
                </c:pt>
                <c:pt idx="128">
                  <c:v>22.738486</c:v>
                </c:pt>
                <c:pt idx="129">
                  <c:v>17.808031</c:v>
                </c:pt>
                <c:pt idx="130">
                  <c:v>23.155116</c:v>
                </c:pt>
                <c:pt idx="131">
                  <c:v>22.74248</c:v>
                </c:pt>
                <c:pt idx="132">
                  <c:v>20.902797</c:v>
                </c:pt>
                <c:pt idx="133">
                  <c:v>22.779432</c:v>
                </c:pt>
                <c:pt idx="134">
                  <c:v>17.498457</c:v>
                </c:pt>
                <c:pt idx="135">
                  <c:v>22.306076</c:v>
                </c:pt>
                <c:pt idx="136">
                  <c:v>22.549345</c:v>
                </c:pt>
                <c:pt idx="137">
                  <c:v>25.765941</c:v>
                </c:pt>
                <c:pt idx="138">
                  <c:v>21.315433</c:v>
                </c:pt>
                <c:pt idx="139">
                  <c:v>33.054569</c:v>
                </c:pt>
                <c:pt idx="140">
                  <c:v>29.318282</c:v>
                </c:pt>
                <c:pt idx="141">
                  <c:v>22.518985</c:v>
                </c:pt>
                <c:pt idx="142">
                  <c:v>20.209746</c:v>
                </c:pt>
                <c:pt idx="143">
                  <c:v>26.062137</c:v>
                </c:pt>
                <c:pt idx="144">
                  <c:v>17.425755</c:v>
                </c:pt>
                <c:pt idx="145">
                  <c:v>22.88009</c:v>
                </c:pt>
                <c:pt idx="146">
                  <c:v>22.331241</c:v>
                </c:pt>
                <c:pt idx="147">
                  <c:v>21.378945</c:v>
                </c:pt>
                <c:pt idx="148">
                  <c:v>17.698183</c:v>
                </c:pt>
                <c:pt idx="149">
                  <c:v>26.338559</c:v>
                </c:pt>
                <c:pt idx="150">
                  <c:v>20.570851</c:v>
                </c:pt>
                <c:pt idx="151">
                  <c:v>24.198686</c:v>
                </c:pt>
                <c:pt idx="152">
                  <c:v>22.850932</c:v>
                </c:pt>
                <c:pt idx="153">
                  <c:v>17.005132</c:v>
                </c:pt>
                <c:pt idx="154">
                  <c:v>23.665617</c:v>
                </c:pt>
                <c:pt idx="155">
                  <c:v>26.982677</c:v>
                </c:pt>
                <c:pt idx="156">
                  <c:v>20.759992</c:v>
                </c:pt>
                <c:pt idx="157">
                  <c:v>24.858585</c:v>
                </c:pt>
                <c:pt idx="158">
                  <c:v>29.62107</c:v>
                </c:pt>
                <c:pt idx="159">
                  <c:v>24.000161</c:v>
                </c:pt>
                <c:pt idx="160">
                  <c:v>26.850457</c:v>
                </c:pt>
                <c:pt idx="161">
                  <c:v>17.355651</c:v>
                </c:pt>
                <c:pt idx="162">
                  <c:v>19.499518</c:v>
                </c:pt>
                <c:pt idx="163">
                  <c:v>23.689386</c:v>
                </c:pt>
                <c:pt idx="164">
                  <c:v>21.86688</c:v>
                </c:pt>
                <c:pt idx="165">
                  <c:v>28.262925</c:v>
                </c:pt>
                <c:pt idx="166">
                  <c:v>20.331381</c:v>
                </c:pt>
                <c:pt idx="167">
                  <c:v>18.66626</c:v>
                </c:pt>
                <c:pt idx="168">
                  <c:v>21.290268</c:v>
                </c:pt>
                <c:pt idx="169">
                  <c:v>25.771137</c:v>
                </c:pt>
                <c:pt idx="170">
                  <c:v>21.578671</c:v>
                </c:pt>
                <c:pt idx="171">
                  <c:v>24.535828</c:v>
                </c:pt>
                <c:pt idx="172">
                  <c:v>21.980527</c:v>
                </c:pt>
                <c:pt idx="173">
                  <c:v>28.319846</c:v>
                </c:pt>
                <c:pt idx="174">
                  <c:v>23.022896</c:v>
                </c:pt>
                <c:pt idx="175">
                  <c:v>22.008484</c:v>
                </c:pt>
                <c:pt idx="176">
                  <c:v>24.422181</c:v>
                </c:pt>
                <c:pt idx="177">
                  <c:v>25.183939</c:v>
                </c:pt>
                <c:pt idx="178">
                  <c:v>23.874533</c:v>
                </c:pt>
                <c:pt idx="179">
                  <c:v>21.008651</c:v>
                </c:pt>
                <c:pt idx="180">
                  <c:v>21.864282</c:v>
                </c:pt>
                <c:pt idx="181">
                  <c:v>22.549345</c:v>
                </c:pt>
                <c:pt idx="182">
                  <c:v>21.009853</c:v>
                </c:pt>
                <c:pt idx="183">
                  <c:v>23.374617</c:v>
                </c:pt>
                <c:pt idx="184">
                  <c:v>21.003261</c:v>
                </c:pt>
                <c:pt idx="185">
                  <c:v>21.753233</c:v>
                </c:pt>
                <c:pt idx="186">
                  <c:v>24.496278</c:v>
                </c:pt>
                <c:pt idx="187">
                  <c:v>24.600736</c:v>
                </c:pt>
                <c:pt idx="188">
                  <c:v>25.191927</c:v>
                </c:pt>
                <c:pt idx="189">
                  <c:v>23.235805</c:v>
                </c:pt>
                <c:pt idx="190">
                  <c:v>21.821941</c:v>
                </c:pt>
                <c:pt idx="191">
                  <c:v>21.388134</c:v>
                </c:pt>
                <c:pt idx="192">
                  <c:v>21.66855</c:v>
                </c:pt>
                <c:pt idx="193">
                  <c:v>29.477063</c:v>
                </c:pt>
                <c:pt idx="194">
                  <c:v>23.837581</c:v>
                </c:pt>
                <c:pt idx="195">
                  <c:v>23.212036</c:v>
                </c:pt>
                <c:pt idx="196">
                  <c:v>24.10082</c:v>
                </c:pt>
                <c:pt idx="197">
                  <c:v>23.018902</c:v>
                </c:pt>
                <c:pt idx="198">
                  <c:v>21.234743</c:v>
                </c:pt>
                <c:pt idx="199">
                  <c:v>24.439358</c:v>
                </c:pt>
                <c:pt idx="200">
                  <c:v>20.209746</c:v>
                </c:pt>
                <c:pt idx="201">
                  <c:v>19.178157</c:v>
                </c:pt>
                <c:pt idx="202">
                  <c:v>27.153245</c:v>
                </c:pt>
                <c:pt idx="203">
                  <c:v>24.841408</c:v>
                </c:pt>
                <c:pt idx="204">
                  <c:v>23.319092</c:v>
                </c:pt>
                <c:pt idx="205">
                  <c:v>23.364031</c:v>
                </c:pt>
                <c:pt idx="206">
                  <c:v>24.939274</c:v>
                </c:pt>
                <c:pt idx="207">
                  <c:v>17.953434</c:v>
                </c:pt>
                <c:pt idx="208">
                  <c:v>21.109115</c:v>
                </c:pt>
                <c:pt idx="209">
                  <c:v>25.515886</c:v>
                </c:pt>
                <c:pt idx="210">
                  <c:v>24.526638</c:v>
                </c:pt>
                <c:pt idx="211">
                  <c:v>21.787587</c:v>
                </c:pt>
                <c:pt idx="212">
                  <c:v>23.821606</c:v>
                </c:pt>
                <c:pt idx="213">
                  <c:v>26.538285</c:v>
                </c:pt>
                <c:pt idx="214">
                  <c:v>22.381375</c:v>
                </c:pt>
                <c:pt idx="215">
                  <c:v>21.647379</c:v>
                </c:pt>
                <c:pt idx="216">
                  <c:v>19.824873</c:v>
                </c:pt>
                <c:pt idx="217">
                  <c:v>20.628973</c:v>
                </c:pt>
                <c:pt idx="218">
                  <c:v>19.838056</c:v>
                </c:pt>
                <c:pt idx="219">
                  <c:v>24.330906</c:v>
                </c:pt>
                <c:pt idx="220">
                  <c:v>24.7727</c:v>
                </c:pt>
                <c:pt idx="221">
                  <c:v>22.561327</c:v>
                </c:pt>
                <c:pt idx="222">
                  <c:v>23.826996</c:v>
                </c:pt>
                <c:pt idx="223">
                  <c:v>24.543815</c:v>
                </c:pt>
                <c:pt idx="224">
                  <c:v>21.821941</c:v>
                </c:pt>
                <c:pt idx="225">
                  <c:v>24.472315</c:v>
                </c:pt>
                <c:pt idx="226">
                  <c:v>22.791413</c:v>
                </c:pt>
                <c:pt idx="227">
                  <c:v>22.280911</c:v>
                </c:pt>
                <c:pt idx="228">
                  <c:v>18.404417</c:v>
                </c:pt>
                <c:pt idx="229">
                  <c:v>22.276918</c:v>
                </c:pt>
                <c:pt idx="230">
                  <c:v>24.829426</c:v>
                </c:pt>
                <c:pt idx="231">
                  <c:v>19.84744</c:v>
                </c:pt>
                <c:pt idx="232">
                  <c:v>21.568086</c:v>
                </c:pt>
                <c:pt idx="233">
                  <c:v>23.844173</c:v>
                </c:pt>
                <c:pt idx="234">
                  <c:v>26.748597</c:v>
                </c:pt>
                <c:pt idx="235">
                  <c:v>21.000663</c:v>
                </c:pt>
                <c:pt idx="236">
                  <c:v>20.189971</c:v>
                </c:pt>
                <c:pt idx="237">
                  <c:v>30.377634</c:v>
                </c:pt>
                <c:pt idx="238">
                  <c:v>21.0482</c:v>
                </c:pt>
                <c:pt idx="239">
                  <c:v>24.67084</c:v>
                </c:pt>
                <c:pt idx="240">
                  <c:v>26.495944</c:v>
                </c:pt>
                <c:pt idx="241">
                  <c:v>24.594145</c:v>
                </c:pt>
                <c:pt idx="242">
                  <c:v>22.957987</c:v>
                </c:pt>
                <c:pt idx="243">
                  <c:v>24.918103</c:v>
                </c:pt>
                <c:pt idx="244">
                  <c:v>23.542587</c:v>
                </c:pt>
                <c:pt idx="245">
                  <c:v>22.131514</c:v>
                </c:pt>
                <c:pt idx="246">
                  <c:v>21.028426</c:v>
                </c:pt>
                <c:pt idx="247">
                  <c:v>27.22994</c:v>
                </c:pt>
                <c:pt idx="248">
                  <c:v>24.211869</c:v>
                </c:pt>
                <c:pt idx="249">
                  <c:v>26.978683</c:v>
                </c:pt>
                <c:pt idx="250">
                  <c:v>18.839619</c:v>
                </c:pt>
                <c:pt idx="251">
                  <c:v>22.378778</c:v>
                </c:pt>
                <c:pt idx="252">
                  <c:v>19.074901</c:v>
                </c:pt>
                <c:pt idx="253">
                  <c:v>30.168718</c:v>
                </c:pt>
                <c:pt idx="254">
                  <c:v>20.548284</c:v>
                </c:pt>
                <c:pt idx="255">
                  <c:v>25.068896</c:v>
                </c:pt>
                <c:pt idx="256">
                  <c:v>26.48656</c:v>
                </c:pt>
                <c:pt idx="257">
                  <c:v>27.413885</c:v>
                </c:pt>
                <c:pt idx="258">
                  <c:v>25.998625</c:v>
                </c:pt>
                <c:pt idx="259">
                  <c:v>24.705194</c:v>
                </c:pt>
                <c:pt idx="260">
                  <c:v>25.394251</c:v>
                </c:pt>
                <c:pt idx="261">
                  <c:v>19.154389</c:v>
                </c:pt>
                <c:pt idx="262">
                  <c:v>22.103558</c:v>
                </c:pt>
                <c:pt idx="263">
                  <c:v>20.216338</c:v>
                </c:pt>
                <c:pt idx="264">
                  <c:v>24.219857</c:v>
                </c:pt>
                <c:pt idx="265">
                  <c:v>29.039263</c:v>
                </c:pt>
                <c:pt idx="266">
                  <c:v>25.247452</c:v>
                </c:pt>
                <c:pt idx="267">
                  <c:v>21.343195</c:v>
                </c:pt>
                <c:pt idx="268">
                  <c:v>21.085346</c:v>
                </c:pt>
                <c:pt idx="269">
                  <c:v>27.39791</c:v>
                </c:pt>
                <c:pt idx="270">
                  <c:v>27.088531</c:v>
                </c:pt>
                <c:pt idx="271">
                  <c:v>25.268623</c:v>
                </c:pt>
                <c:pt idx="272">
                  <c:v>24.586157</c:v>
                </c:pt>
                <c:pt idx="273">
                  <c:v>25.73938</c:v>
                </c:pt>
                <c:pt idx="274">
                  <c:v>19.805098</c:v>
                </c:pt>
                <c:pt idx="275">
                  <c:v>22.763651</c:v>
                </c:pt>
                <c:pt idx="276">
                  <c:v>24.773902</c:v>
                </c:pt>
                <c:pt idx="277">
                  <c:v>25.030549</c:v>
                </c:pt>
                <c:pt idx="278">
                  <c:v>22.349619</c:v>
                </c:pt>
                <c:pt idx="279">
                  <c:v>21.344397</c:v>
                </c:pt>
                <c:pt idx="280">
                  <c:v>18.520856</c:v>
                </c:pt>
                <c:pt idx="281">
                  <c:v>26.392688</c:v>
                </c:pt>
                <c:pt idx="282">
                  <c:v>27.920393</c:v>
                </c:pt>
                <c:pt idx="283">
                  <c:v>21.366964</c:v>
                </c:pt>
                <c:pt idx="284">
                  <c:v>19.920141</c:v>
                </c:pt>
                <c:pt idx="285">
                  <c:v>25.502703</c:v>
                </c:pt>
                <c:pt idx="286">
                  <c:v>23.124756</c:v>
                </c:pt>
                <c:pt idx="287">
                  <c:v>24.239631</c:v>
                </c:pt>
                <c:pt idx="288">
                  <c:v>25.088671</c:v>
                </c:pt>
                <c:pt idx="289">
                  <c:v>20.89481</c:v>
                </c:pt>
                <c:pt idx="290">
                  <c:v>23.389196</c:v>
                </c:pt>
                <c:pt idx="291">
                  <c:v>20.070934</c:v>
                </c:pt>
                <c:pt idx="292">
                  <c:v>24.10082</c:v>
                </c:pt>
                <c:pt idx="293">
                  <c:v>28.367383</c:v>
                </c:pt>
                <c:pt idx="294">
                  <c:v>25.04633</c:v>
                </c:pt>
                <c:pt idx="295">
                  <c:v>23.571745</c:v>
                </c:pt>
                <c:pt idx="296">
                  <c:v>26.454998</c:v>
                </c:pt>
                <c:pt idx="297">
                  <c:v>23.319092</c:v>
                </c:pt>
                <c:pt idx="298">
                  <c:v>27.587051</c:v>
                </c:pt>
                <c:pt idx="299">
                  <c:v>24.844006</c:v>
                </c:pt>
                <c:pt idx="300">
                  <c:v>20.167405</c:v>
                </c:pt>
                <c:pt idx="301">
                  <c:v>20.090709</c:v>
                </c:pt>
                <c:pt idx="302">
                  <c:v>20.209746</c:v>
                </c:pt>
                <c:pt idx="303">
                  <c:v>27.790771</c:v>
                </c:pt>
                <c:pt idx="304">
                  <c:v>26.433828</c:v>
                </c:pt>
                <c:pt idx="305">
                  <c:v>21.326018</c:v>
                </c:pt>
                <c:pt idx="306">
                  <c:v>24.465724</c:v>
                </c:pt>
                <c:pt idx="307">
                  <c:v>19.737592</c:v>
                </c:pt>
                <c:pt idx="308">
                  <c:v>25.998625</c:v>
                </c:pt>
                <c:pt idx="309">
                  <c:v>20.118472</c:v>
                </c:pt>
                <c:pt idx="310">
                  <c:v>20.143636</c:v>
                </c:pt>
                <c:pt idx="311">
                  <c:v>21.057584</c:v>
                </c:pt>
                <c:pt idx="312">
                  <c:v>25.035744</c:v>
                </c:pt>
                <c:pt idx="313">
                  <c:v>21.385537</c:v>
                </c:pt>
                <c:pt idx="314">
                  <c:v>20.732229</c:v>
                </c:pt>
                <c:pt idx="315">
                  <c:v>20.405479</c:v>
                </c:pt>
                <c:pt idx="316">
                  <c:v>17.230023</c:v>
                </c:pt>
                <c:pt idx="317">
                  <c:v>24.768706</c:v>
                </c:pt>
                <c:pt idx="318">
                  <c:v>23.026889</c:v>
                </c:pt>
                <c:pt idx="319">
                  <c:v>23.204049</c:v>
                </c:pt>
                <c:pt idx="320">
                  <c:v>21.782197</c:v>
                </c:pt>
                <c:pt idx="321">
                  <c:v>25.0675</c:v>
                </c:pt>
                <c:pt idx="322">
                  <c:v>25.974857</c:v>
                </c:pt>
                <c:pt idx="323">
                  <c:v>27.618807</c:v>
                </c:pt>
                <c:pt idx="324">
                  <c:v>24.086241</c:v>
                </c:pt>
                <c:pt idx="325">
                  <c:v>21.898636</c:v>
                </c:pt>
                <c:pt idx="326">
                  <c:v>26.088504</c:v>
                </c:pt>
                <c:pt idx="327">
                  <c:v>21.32342</c:v>
                </c:pt>
                <c:pt idx="328">
                  <c:v>20.34596</c:v>
                </c:pt>
                <c:pt idx="329">
                  <c:v>22.066606</c:v>
                </c:pt>
                <c:pt idx="330">
                  <c:v>22.053423</c:v>
                </c:pt>
                <c:pt idx="331">
                  <c:v>23.368025</c:v>
                </c:pt>
                <c:pt idx="332">
                  <c:v>25.668075</c:v>
                </c:pt>
                <c:pt idx="333">
                  <c:v>26.223516</c:v>
                </c:pt>
                <c:pt idx="334">
                  <c:v>21.315433</c:v>
                </c:pt>
                <c:pt idx="335">
                  <c:v>27.272282</c:v>
                </c:pt>
                <c:pt idx="336">
                  <c:v>22.721309</c:v>
                </c:pt>
                <c:pt idx="337">
                  <c:v>24.386431</c:v>
                </c:pt>
                <c:pt idx="338">
                  <c:v>24.165534</c:v>
                </c:pt>
                <c:pt idx="339">
                  <c:v>26.140229</c:v>
                </c:pt>
                <c:pt idx="340">
                  <c:v>23.399781</c:v>
                </c:pt>
                <c:pt idx="341">
                  <c:v>22.085179</c:v>
                </c:pt>
                <c:pt idx="342">
                  <c:v>26.92975</c:v>
                </c:pt>
                <c:pt idx="343">
                  <c:v>20.167405</c:v>
                </c:pt>
                <c:pt idx="344">
                  <c:v>26.949525</c:v>
                </c:pt>
                <c:pt idx="345">
                  <c:v>23.570349</c:v>
                </c:pt>
                <c:pt idx="346">
                  <c:v>22.74248</c:v>
                </c:pt>
                <c:pt idx="347">
                  <c:v>26.022394</c:v>
                </c:pt>
                <c:pt idx="348">
                  <c:v>19.986251</c:v>
                </c:pt>
                <c:pt idx="349">
                  <c:v>25.666679</c:v>
                </c:pt>
                <c:pt idx="350">
                  <c:v>22.127521</c:v>
                </c:pt>
                <c:pt idx="351">
                  <c:v>24.213071</c:v>
                </c:pt>
                <c:pt idx="352">
                  <c:v>22.91964</c:v>
                </c:pt>
                <c:pt idx="353">
                  <c:v>19.967678</c:v>
                </c:pt>
                <c:pt idx="354">
                  <c:v>28.231169</c:v>
                </c:pt>
                <c:pt idx="355">
                  <c:v>23.258177</c:v>
                </c:pt>
                <c:pt idx="356">
                  <c:v>23.721142</c:v>
                </c:pt>
                <c:pt idx="357">
                  <c:v>23.050658</c:v>
                </c:pt>
                <c:pt idx="358">
                  <c:v>27.527533</c:v>
                </c:pt>
                <c:pt idx="359">
                  <c:v>22.721309</c:v>
                </c:pt>
                <c:pt idx="360">
                  <c:v>25.166762</c:v>
                </c:pt>
                <c:pt idx="361">
                  <c:v>21.913215</c:v>
                </c:pt>
                <c:pt idx="362">
                  <c:v>19.547055</c:v>
                </c:pt>
                <c:pt idx="363">
                  <c:v>25.481532</c:v>
                </c:pt>
                <c:pt idx="364">
                  <c:v>22.257143</c:v>
                </c:pt>
                <c:pt idx="365">
                  <c:v>23.395787</c:v>
                </c:pt>
                <c:pt idx="366">
                  <c:v>22.258345</c:v>
                </c:pt>
                <c:pt idx="367">
                  <c:v>27.387325</c:v>
                </c:pt>
                <c:pt idx="368">
                  <c:v>20.609199</c:v>
                </c:pt>
                <c:pt idx="369">
                  <c:v>22.431705</c:v>
                </c:pt>
                <c:pt idx="370">
                  <c:v>25.043732</c:v>
                </c:pt>
                <c:pt idx="371">
                  <c:v>22.042838</c:v>
                </c:pt>
                <c:pt idx="372">
                  <c:v>28.433493</c:v>
                </c:pt>
                <c:pt idx="373">
                  <c:v>22.104954</c:v>
                </c:pt>
                <c:pt idx="374">
                  <c:v>20.978097</c:v>
                </c:pt>
                <c:pt idx="375">
                  <c:v>25.498709</c:v>
                </c:pt>
                <c:pt idx="376">
                  <c:v>22.389363</c:v>
                </c:pt>
                <c:pt idx="377">
                  <c:v>31.693632</c:v>
                </c:pt>
                <c:pt idx="378">
                  <c:v>20.31021</c:v>
                </c:pt>
                <c:pt idx="379">
                  <c:v>23.981783</c:v>
                </c:pt>
                <c:pt idx="380">
                  <c:v>24.256808</c:v>
                </c:pt>
                <c:pt idx="381">
                  <c:v>24.132576</c:v>
                </c:pt>
                <c:pt idx="382">
                  <c:v>22.643218</c:v>
                </c:pt>
                <c:pt idx="383">
                  <c:v>26.378303</c:v>
                </c:pt>
                <c:pt idx="384">
                  <c:v>22.627437</c:v>
                </c:pt>
                <c:pt idx="385">
                  <c:v>23.04806</c:v>
                </c:pt>
                <c:pt idx="386">
                  <c:v>20.58004</c:v>
                </c:pt>
                <c:pt idx="387">
                  <c:v>24.756725</c:v>
                </c:pt>
                <c:pt idx="388">
                  <c:v>27.618807</c:v>
                </c:pt>
                <c:pt idx="389">
                  <c:v>22.353613</c:v>
                </c:pt>
                <c:pt idx="390">
                  <c:v>26.276443</c:v>
                </c:pt>
                <c:pt idx="391">
                  <c:v>27.240526</c:v>
                </c:pt>
                <c:pt idx="392">
                  <c:v>24.813645</c:v>
                </c:pt>
                <c:pt idx="393">
                  <c:v>25.521276</c:v>
                </c:pt>
                <c:pt idx="394">
                  <c:v>20.131655</c:v>
                </c:pt>
                <c:pt idx="395">
                  <c:v>17.974605</c:v>
                </c:pt>
                <c:pt idx="396">
                  <c:v>20.107886</c:v>
                </c:pt>
                <c:pt idx="397">
                  <c:v>30.308926</c:v>
                </c:pt>
                <c:pt idx="398">
                  <c:v>22.856127</c:v>
                </c:pt>
                <c:pt idx="399">
                  <c:v>22.534766</c:v>
                </c:pt>
                <c:pt idx="400">
                  <c:v>20.192569</c:v>
                </c:pt>
                <c:pt idx="401">
                  <c:v>26.566048</c:v>
                </c:pt>
                <c:pt idx="402">
                  <c:v>22.562529</c:v>
                </c:pt>
                <c:pt idx="403">
                  <c:v>25.714216</c:v>
                </c:pt>
                <c:pt idx="404">
                  <c:v>27.457429</c:v>
                </c:pt>
                <c:pt idx="405">
                  <c:v>21.804764</c:v>
                </c:pt>
                <c:pt idx="406">
                  <c:v>24.405004</c:v>
                </c:pt>
                <c:pt idx="407">
                  <c:v>25.091463</c:v>
                </c:pt>
                <c:pt idx="408">
                  <c:v>20.867047</c:v>
                </c:pt>
                <c:pt idx="409">
                  <c:v>21.172627</c:v>
                </c:pt>
                <c:pt idx="410">
                  <c:v>29.438715</c:v>
                </c:pt>
                <c:pt idx="411">
                  <c:v>28.745665</c:v>
                </c:pt>
                <c:pt idx="412">
                  <c:v>28.174248</c:v>
                </c:pt>
                <c:pt idx="413">
                  <c:v>22.518985</c:v>
                </c:pt>
                <c:pt idx="414">
                  <c:v>23.193463</c:v>
                </c:pt>
                <c:pt idx="415">
                  <c:v>22.80859</c:v>
                </c:pt>
              </c:numCache>
            </c:numRef>
          </c:yVal>
          <c:smooth val="0"/>
        </c:ser>
        <c:ser>
          <c:idx val="1"/>
          <c:order val="1"/>
          <c:tx>
            <c:strRef>
              <c:f>Sheet1!$C$1</c:f>
              <c:strCache>
                <c:ptCount val="1"/>
                <c:pt idx="0">
                  <c:v>Perfect prediction</c:v>
                </c:pt>
              </c:strCache>
            </c:strRef>
          </c:tx>
          <c:spPr>
            <a:solidFill>
              <a:srgbClr val="6FD8B0"/>
            </a:solidFill>
            <a:ln>
              <a:noFill/>
            </a:ln>
            <a:effectLst/>
          </c:spPr>
          <c:marker>
            <c:symbol val="circle"/>
            <c:size val="4"/>
            <c:spPr>
              <a:solidFill>
                <a:srgbClr val="6FD8B0"/>
              </a:solidFill>
              <a:ln w="9525" cap="flat">
                <a:solidFill>
                  <a:srgbClr val="6FD8B0"/>
                </a:solidFill>
                <a:prstDash val="solid"/>
                <a:round/>
              </a:ln>
              <a:effectLst/>
            </c:spPr>
          </c:marker>
          <c:xVal>
            <c:numRef>
              <c:f>Sheet1!$A$2:$A$458</c:f>
              <c:numCache>
                <c:formatCode>General</c:formatCode>
                <c:ptCount val="457"/>
                <c:pt idx="0">
                  <c:v>20</c:v>
                </c:pt>
                <c:pt idx="1">
                  <c:v>17</c:v>
                </c:pt>
                <c:pt idx="2">
                  <c:v>42</c:v>
                </c:pt>
                <c:pt idx="3">
                  <c:v>20</c:v>
                </c:pt>
                <c:pt idx="4">
                  <c:v>42</c:v>
                </c:pt>
                <c:pt idx="5">
                  <c:v>21</c:v>
                </c:pt>
                <c:pt idx="6">
                  <c:v>20</c:v>
                </c:pt>
                <c:pt idx="7">
                  <c:v>20</c:v>
                </c:pt>
                <c:pt idx="8">
                  <c:v>0</c:v>
                </c:pt>
                <c:pt idx="9">
                  <c:v>31</c:v>
                </c:pt>
                <c:pt idx="10">
                  <c:v>21</c:v>
                </c:pt>
                <c:pt idx="11">
                  <c:v>14</c:v>
                </c:pt>
                <c:pt idx="12">
                  <c:v>23</c:v>
                </c:pt>
                <c:pt idx="13">
                  <c:v>17</c:v>
                </c:pt>
                <c:pt idx="14">
                  <c:v>19</c:v>
                </c:pt>
                <c:pt idx="15">
                  <c:v>26</c:v>
                </c:pt>
                <c:pt idx="16">
                  <c:v>16</c:v>
                </c:pt>
                <c:pt idx="17">
                  <c:v>42</c:v>
                </c:pt>
                <c:pt idx="18">
                  <c:v>6</c:v>
                </c:pt>
                <c:pt idx="19">
                  <c:v>37</c:v>
                </c:pt>
                <c:pt idx="20">
                  <c:v>13</c:v>
                </c:pt>
                <c:pt idx="21">
                  <c:v>21</c:v>
                </c:pt>
                <c:pt idx="22">
                  <c:v>20</c:v>
                </c:pt>
                <c:pt idx="23">
                  <c:v>14</c:v>
                </c:pt>
                <c:pt idx="24">
                  <c:v>20</c:v>
                </c:pt>
                <c:pt idx="25">
                  <c:v>17</c:v>
                </c:pt>
                <c:pt idx="26">
                  <c:v>19</c:v>
                </c:pt>
                <c:pt idx="27">
                  <c:v>16</c:v>
                </c:pt>
                <c:pt idx="28">
                  <c:v>17</c:v>
                </c:pt>
                <c:pt idx="29">
                  <c:v>24</c:v>
                </c:pt>
                <c:pt idx="30">
                  <c:v>20</c:v>
                </c:pt>
                <c:pt idx="31">
                  <c:v>13</c:v>
                </c:pt>
                <c:pt idx="32">
                  <c:v>29</c:v>
                </c:pt>
                <c:pt idx="33">
                  <c:v>38</c:v>
                </c:pt>
                <c:pt idx="34">
                  <c:v>38</c:v>
                </c:pt>
                <c:pt idx="35">
                  <c:v>19</c:v>
                </c:pt>
                <c:pt idx="36">
                  <c:v>31</c:v>
                </c:pt>
                <c:pt idx="37">
                  <c:v>30</c:v>
                </c:pt>
                <c:pt idx="38">
                  <c:v>31</c:v>
                </c:pt>
                <c:pt idx="39">
                  <c:v>17</c:v>
                </c:pt>
                <c:pt idx="40">
                  <c:v>14</c:v>
                </c:pt>
                <c:pt idx="41">
                  <c:v>22</c:v>
                </c:pt>
                <c:pt idx="42">
                  <c:v>24</c:v>
                </c:pt>
                <c:pt idx="43">
                  <c:v>28</c:v>
                </c:pt>
                <c:pt idx="44">
                  <c:v>24</c:v>
                </c:pt>
                <c:pt idx="45">
                  <c:v>30</c:v>
                </c:pt>
                <c:pt idx="46">
                  <c:v>17</c:v>
                </c:pt>
                <c:pt idx="47">
                  <c:v>24</c:v>
                </c:pt>
                <c:pt idx="48">
                  <c:v>15</c:v>
                </c:pt>
                <c:pt idx="49">
                  <c:v>10</c:v>
                </c:pt>
                <c:pt idx="50">
                  <c:v>24</c:v>
                </c:pt>
                <c:pt idx="51">
                  <c:v>43</c:v>
                </c:pt>
                <c:pt idx="52">
                  <c:v>10</c:v>
                </c:pt>
                <c:pt idx="53">
                  <c:v>31</c:v>
                </c:pt>
                <c:pt idx="54">
                  <c:v>27</c:v>
                </c:pt>
                <c:pt idx="55">
                  <c:v>10</c:v>
                </c:pt>
                <c:pt idx="56">
                  <c:v>31</c:v>
                </c:pt>
                <c:pt idx="57">
                  <c:v>26</c:v>
                </c:pt>
                <c:pt idx="58">
                  <c:v>20</c:v>
                </c:pt>
                <c:pt idx="59">
                  <c:v>27</c:v>
                </c:pt>
                <c:pt idx="60">
                  <c:v>24</c:v>
                </c:pt>
                <c:pt idx="61">
                  <c:v>24</c:v>
                </c:pt>
                <c:pt idx="62">
                  <c:v>28</c:v>
                </c:pt>
                <c:pt idx="63">
                  <c:v>13</c:v>
                </c:pt>
                <c:pt idx="64">
                  <c:v>20</c:v>
                </c:pt>
                <c:pt idx="65">
                  <c:v>21</c:v>
                </c:pt>
                <c:pt idx="66">
                  <c:v>28</c:v>
                </c:pt>
                <c:pt idx="67">
                  <c:v>30</c:v>
                </c:pt>
                <c:pt idx="68">
                  <c:v>37</c:v>
                </c:pt>
                <c:pt idx="69">
                  <c:v>39</c:v>
                </c:pt>
                <c:pt idx="70">
                  <c:v>17</c:v>
                </c:pt>
                <c:pt idx="71">
                  <c:v>6</c:v>
                </c:pt>
                <c:pt idx="72">
                  <c:v>16</c:v>
                </c:pt>
                <c:pt idx="73">
                  <c:v>25</c:v>
                </c:pt>
                <c:pt idx="74">
                  <c:v>31</c:v>
                </c:pt>
                <c:pt idx="75">
                  <c:v>38</c:v>
                </c:pt>
                <c:pt idx="76">
                  <c:v>23</c:v>
                </c:pt>
                <c:pt idx="77">
                  <c:v>27</c:v>
                </c:pt>
                <c:pt idx="78">
                  <c:v>6</c:v>
                </c:pt>
                <c:pt idx="79">
                  <c:v>27</c:v>
                </c:pt>
                <c:pt idx="80">
                  <c:v>49</c:v>
                </c:pt>
                <c:pt idx="81">
                  <c:v>16</c:v>
                </c:pt>
                <c:pt idx="82">
                  <c:v>3</c:v>
                </c:pt>
                <c:pt idx="83">
                  <c:v>20</c:v>
                </c:pt>
                <c:pt idx="84">
                  <c:v>29</c:v>
                </c:pt>
                <c:pt idx="85">
                  <c:v>22</c:v>
                </c:pt>
                <c:pt idx="86">
                  <c:v>34</c:v>
                </c:pt>
                <c:pt idx="87">
                  <c:v>21</c:v>
                </c:pt>
                <c:pt idx="88">
                  <c:v>31</c:v>
                </c:pt>
                <c:pt idx="89">
                  <c:v>10</c:v>
                </c:pt>
                <c:pt idx="90">
                  <c:v>23</c:v>
                </c:pt>
                <c:pt idx="91">
                  <c:v>20</c:v>
                </c:pt>
                <c:pt idx="92">
                  <c:v>21</c:v>
                </c:pt>
                <c:pt idx="93">
                  <c:v>19</c:v>
                </c:pt>
                <c:pt idx="94">
                  <c:v>32</c:v>
                </c:pt>
                <c:pt idx="95">
                  <c:v>13</c:v>
                </c:pt>
                <c:pt idx="96">
                  <c:v>17</c:v>
                </c:pt>
                <c:pt idx="97">
                  <c:v>27</c:v>
                </c:pt>
                <c:pt idx="98">
                  <c:v>34</c:v>
                </c:pt>
                <c:pt idx="99">
                  <c:v>17</c:v>
                </c:pt>
                <c:pt idx="100">
                  <c:v>22</c:v>
                </c:pt>
                <c:pt idx="101">
                  <c:v>13</c:v>
                </c:pt>
                <c:pt idx="102">
                  <c:v>45</c:v>
                </c:pt>
                <c:pt idx="103">
                  <c:v>13</c:v>
                </c:pt>
                <c:pt idx="104">
                  <c:v>10</c:v>
                </c:pt>
                <c:pt idx="105">
                  <c:v>37</c:v>
                </c:pt>
                <c:pt idx="106">
                  <c:v>17</c:v>
                </c:pt>
                <c:pt idx="107">
                  <c:v>29</c:v>
                </c:pt>
                <c:pt idx="108">
                  <c:v>21</c:v>
                </c:pt>
                <c:pt idx="109">
                  <c:v>17</c:v>
                </c:pt>
                <c:pt idx="110">
                  <c:v>14</c:v>
                </c:pt>
                <c:pt idx="111">
                  <c:v>10</c:v>
                </c:pt>
                <c:pt idx="112">
                  <c:v>24</c:v>
                </c:pt>
                <c:pt idx="113">
                  <c:v>10</c:v>
                </c:pt>
                <c:pt idx="114">
                  <c:v>27</c:v>
                </c:pt>
                <c:pt idx="115">
                  <c:v>10</c:v>
                </c:pt>
                <c:pt idx="116">
                  <c:v>41</c:v>
                </c:pt>
                <c:pt idx="117">
                  <c:v>10</c:v>
                </c:pt>
                <c:pt idx="118">
                  <c:v>8</c:v>
                </c:pt>
                <c:pt idx="119">
                  <c:v>21</c:v>
                </c:pt>
                <c:pt idx="120">
                  <c:v>36</c:v>
                </c:pt>
                <c:pt idx="121">
                  <c:v>22</c:v>
                </c:pt>
                <c:pt idx="122">
                  <c:v>28</c:v>
                </c:pt>
                <c:pt idx="123">
                  <c:v>28</c:v>
                </c:pt>
                <c:pt idx="124">
                  <c:v>27</c:v>
                </c:pt>
                <c:pt idx="125">
                  <c:v>0</c:v>
                </c:pt>
                <c:pt idx="126">
                  <c:v>15</c:v>
                </c:pt>
                <c:pt idx="127">
                  <c:v>19</c:v>
                </c:pt>
                <c:pt idx="128">
                  <c:v>31</c:v>
                </c:pt>
                <c:pt idx="129">
                  <c:v>18</c:v>
                </c:pt>
                <c:pt idx="130">
                  <c:v>17</c:v>
                </c:pt>
                <c:pt idx="131">
                  <c:v>28</c:v>
                </c:pt>
                <c:pt idx="132">
                  <c:v>7</c:v>
                </c:pt>
                <c:pt idx="133">
                  <c:v>28</c:v>
                </c:pt>
                <c:pt idx="134">
                  <c:v>30</c:v>
                </c:pt>
                <c:pt idx="135">
                  <c:v>34</c:v>
                </c:pt>
                <c:pt idx="136">
                  <c:v>31</c:v>
                </c:pt>
                <c:pt idx="137">
                  <c:v>37</c:v>
                </c:pt>
                <c:pt idx="138">
                  <c:v>0</c:v>
                </c:pt>
                <c:pt idx="139">
                  <c:v>33</c:v>
                </c:pt>
                <c:pt idx="140">
                  <c:v>28</c:v>
                </c:pt>
                <c:pt idx="141">
                  <c:v>25</c:v>
                </c:pt>
                <c:pt idx="142">
                  <c:v>24</c:v>
                </c:pt>
                <c:pt idx="143">
                  <c:v>27</c:v>
                </c:pt>
                <c:pt idx="144">
                  <c:v>63</c:v>
                </c:pt>
                <c:pt idx="145">
                  <c:v>42</c:v>
                </c:pt>
                <c:pt idx="146">
                  <c:v>27</c:v>
                </c:pt>
                <c:pt idx="147">
                  <c:v>30</c:v>
                </c:pt>
                <c:pt idx="148">
                  <c:v>9</c:v>
                </c:pt>
                <c:pt idx="149">
                  <c:v>7</c:v>
                </c:pt>
                <c:pt idx="150">
                  <c:v>20</c:v>
                </c:pt>
                <c:pt idx="151">
                  <c:v>31</c:v>
                </c:pt>
                <c:pt idx="152">
                  <c:v>16</c:v>
                </c:pt>
                <c:pt idx="153">
                  <c:v>17</c:v>
                </c:pt>
                <c:pt idx="154">
                  <c:v>24</c:v>
                </c:pt>
                <c:pt idx="155">
                  <c:v>30</c:v>
                </c:pt>
                <c:pt idx="156">
                  <c:v>29</c:v>
                </c:pt>
                <c:pt idx="157">
                  <c:v>20</c:v>
                </c:pt>
                <c:pt idx="158">
                  <c:v>28</c:v>
                </c:pt>
                <c:pt idx="159">
                  <c:v>20</c:v>
                </c:pt>
                <c:pt idx="160">
                  <c:v>30</c:v>
                </c:pt>
                <c:pt idx="161">
                  <c:v>22</c:v>
                </c:pt>
                <c:pt idx="162">
                  <c:v>34</c:v>
                </c:pt>
                <c:pt idx="163">
                  <c:v>27</c:v>
                </c:pt>
                <c:pt idx="164">
                  <c:v>22</c:v>
                </c:pt>
                <c:pt idx="165">
                  <c:v>22</c:v>
                </c:pt>
                <c:pt idx="166">
                  <c:v>24</c:v>
                </c:pt>
                <c:pt idx="167">
                  <c:v>30</c:v>
                </c:pt>
                <c:pt idx="168">
                  <c:v>29</c:v>
                </c:pt>
                <c:pt idx="169">
                  <c:v>30</c:v>
                </c:pt>
                <c:pt idx="170">
                  <c:v>23</c:v>
                </c:pt>
                <c:pt idx="171">
                  <c:v>17</c:v>
                </c:pt>
                <c:pt idx="172">
                  <c:v>30</c:v>
                </c:pt>
                <c:pt idx="173">
                  <c:v>19</c:v>
                </c:pt>
                <c:pt idx="174">
                  <c:v>14</c:v>
                </c:pt>
                <c:pt idx="175">
                  <c:v>33</c:v>
                </c:pt>
                <c:pt idx="176">
                  <c:v>37</c:v>
                </c:pt>
                <c:pt idx="177">
                  <c:v>20</c:v>
                </c:pt>
                <c:pt idx="178">
                  <c:v>31</c:v>
                </c:pt>
                <c:pt idx="179">
                  <c:v>37</c:v>
                </c:pt>
                <c:pt idx="180">
                  <c:v>26</c:v>
                </c:pt>
                <c:pt idx="181">
                  <c:v>25</c:v>
                </c:pt>
                <c:pt idx="182">
                  <c:v>10</c:v>
                </c:pt>
                <c:pt idx="183">
                  <c:v>16</c:v>
                </c:pt>
                <c:pt idx="184">
                  <c:v>25</c:v>
                </c:pt>
                <c:pt idx="185">
                  <c:v>23</c:v>
                </c:pt>
                <c:pt idx="186">
                  <c:v>56</c:v>
                </c:pt>
                <c:pt idx="187">
                  <c:v>27</c:v>
                </c:pt>
                <c:pt idx="188">
                  <c:v>13</c:v>
                </c:pt>
                <c:pt idx="189">
                  <c:v>23</c:v>
                </c:pt>
                <c:pt idx="190">
                  <c:v>10</c:v>
                </c:pt>
                <c:pt idx="191">
                  <c:v>26</c:v>
                </c:pt>
                <c:pt idx="192">
                  <c:v>19</c:v>
                </c:pt>
                <c:pt idx="193">
                  <c:v>10</c:v>
                </c:pt>
                <c:pt idx="194">
                  <c:v>48</c:v>
                </c:pt>
                <c:pt idx="195">
                  <c:v>14</c:v>
                </c:pt>
                <c:pt idx="196">
                  <c:v>17</c:v>
                </c:pt>
                <c:pt idx="197">
                  <c:v>31</c:v>
                </c:pt>
                <c:pt idx="198">
                  <c:v>10</c:v>
                </c:pt>
                <c:pt idx="199">
                  <c:v>27</c:v>
                </c:pt>
                <c:pt idx="200">
                  <c:v>28</c:v>
                </c:pt>
                <c:pt idx="201">
                  <c:v>12</c:v>
                </c:pt>
                <c:pt idx="202">
                  <c:v>20</c:v>
                </c:pt>
                <c:pt idx="203">
                  <c:v>30</c:v>
                </c:pt>
                <c:pt idx="204">
                  <c:v>3</c:v>
                </c:pt>
                <c:pt idx="205">
                  <c:v>27</c:v>
                </c:pt>
                <c:pt idx="206">
                  <c:v>20</c:v>
                </c:pt>
                <c:pt idx="207">
                  <c:v>0</c:v>
                </c:pt>
                <c:pt idx="208">
                  <c:v>36</c:v>
                </c:pt>
                <c:pt idx="209">
                  <c:v>23</c:v>
                </c:pt>
                <c:pt idx="210">
                  <c:v>38</c:v>
                </c:pt>
                <c:pt idx="211">
                  <c:v>23</c:v>
                </c:pt>
                <c:pt idx="212">
                  <c:v>36</c:v>
                </c:pt>
                <c:pt idx="213">
                  <c:v>34</c:v>
                </c:pt>
                <c:pt idx="214">
                  <c:v>17</c:v>
                </c:pt>
                <c:pt idx="215">
                  <c:v>19</c:v>
                </c:pt>
                <c:pt idx="216">
                  <c:v>37</c:v>
                </c:pt>
                <c:pt idx="217">
                  <c:v>34</c:v>
                </c:pt>
                <c:pt idx="218">
                  <c:v>10</c:v>
                </c:pt>
                <c:pt idx="219">
                  <c:v>20</c:v>
                </c:pt>
                <c:pt idx="220">
                  <c:v>23</c:v>
                </c:pt>
                <c:pt idx="221">
                  <c:v>26</c:v>
                </c:pt>
                <c:pt idx="222">
                  <c:v>24</c:v>
                </c:pt>
                <c:pt idx="223">
                  <c:v>34</c:v>
                </c:pt>
                <c:pt idx="224">
                  <c:v>20</c:v>
                </c:pt>
                <c:pt idx="225">
                  <c:v>7</c:v>
                </c:pt>
                <c:pt idx="226">
                  <c:v>20</c:v>
                </c:pt>
                <c:pt idx="227">
                  <c:v>9</c:v>
                </c:pt>
                <c:pt idx="228">
                  <c:v>21</c:v>
                </c:pt>
                <c:pt idx="229">
                  <c:v>17</c:v>
                </c:pt>
                <c:pt idx="230">
                  <c:v>35</c:v>
                </c:pt>
                <c:pt idx="231">
                  <c:v>16</c:v>
                </c:pt>
                <c:pt idx="232">
                  <c:v>13</c:v>
                </c:pt>
                <c:pt idx="233">
                  <c:v>27</c:v>
                </c:pt>
                <c:pt idx="234">
                  <c:v>30</c:v>
                </c:pt>
                <c:pt idx="235">
                  <c:v>20</c:v>
                </c:pt>
                <c:pt idx="236">
                  <c:v>10</c:v>
                </c:pt>
                <c:pt idx="237">
                  <c:v>40</c:v>
                </c:pt>
                <c:pt idx="238">
                  <c:v>14</c:v>
                </c:pt>
                <c:pt idx="239">
                  <c:v>29</c:v>
                </c:pt>
                <c:pt idx="240">
                  <c:v>24</c:v>
                </c:pt>
                <c:pt idx="241">
                  <c:v>18</c:v>
                </c:pt>
                <c:pt idx="242">
                  <c:v>20</c:v>
                </c:pt>
                <c:pt idx="243">
                  <c:v>16</c:v>
                </c:pt>
                <c:pt idx="244">
                  <c:v>32</c:v>
                </c:pt>
                <c:pt idx="245">
                  <c:v>37</c:v>
                </c:pt>
                <c:pt idx="246">
                  <c:v>3</c:v>
                </c:pt>
                <c:pt idx="247">
                  <c:v>14</c:v>
                </c:pt>
                <c:pt idx="248">
                  <c:v>34</c:v>
                </c:pt>
                <c:pt idx="249">
                  <c:v>31</c:v>
                </c:pt>
                <c:pt idx="250">
                  <c:v>17</c:v>
                </c:pt>
                <c:pt idx="251">
                  <c:v>30</c:v>
                </c:pt>
                <c:pt idx="252">
                  <c:v>27</c:v>
                </c:pt>
                <c:pt idx="253">
                  <c:v>26</c:v>
                </c:pt>
                <c:pt idx="254">
                  <c:v>29</c:v>
                </c:pt>
                <c:pt idx="255">
                  <c:v>10</c:v>
                </c:pt>
                <c:pt idx="256">
                  <c:v>28</c:v>
                </c:pt>
                <c:pt idx="257">
                  <c:v>18</c:v>
                </c:pt>
                <c:pt idx="258">
                  <c:v>30</c:v>
                </c:pt>
                <c:pt idx="259">
                  <c:v>27</c:v>
                </c:pt>
                <c:pt idx="260">
                  <c:v>23</c:v>
                </c:pt>
                <c:pt idx="261">
                  <c:v>20</c:v>
                </c:pt>
                <c:pt idx="262">
                  <c:v>26</c:v>
                </c:pt>
                <c:pt idx="263">
                  <c:v>25</c:v>
                </c:pt>
                <c:pt idx="264">
                  <c:v>17</c:v>
                </c:pt>
                <c:pt idx="265">
                  <c:v>52</c:v>
                </c:pt>
                <c:pt idx="266">
                  <c:v>26</c:v>
                </c:pt>
                <c:pt idx="267">
                  <c:v>21</c:v>
                </c:pt>
                <c:pt idx="268">
                  <c:v>29</c:v>
                </c:pt>
                <c:pt idx="269">
                  <c:v>27</c:v>
                </c:pt>
                <c:pt idx="270">
                  <c:v>41</c:v>
                </c:pt>
                <c:pt idx="271">
                  <c:v>14</c:v>
                </c:pt>
                <c:pt idx="272">
                  <c:v>21</c:v>
                </c:pt>
                <c:pt idx="273">
                  <c:v>28</c:v>
                </c:pt>
                <c:pt idx="274">
                  <c:v>10</c:v>
                </c:pt>
                <c:pt idx="275">
                  <c:v>20</c:v>
                </c:pt>
                <c:pt idx="276">
                  <c:v>41</c:v>
                </c:pt>
                <c:pt idx="277">
                  <c:v>30</c:v>
                </c:pt>
                <c:pt idx="278">
                  <c:v>20</c:v>
                </c:pt>
                <c:pt idx="279">
                  <c:v>23</c:v>
                </c:pt>
                <c:pt idx="280">
                  <c:v>22</c:v>
                </c:pt>
                <c:pt idx="281">
                  <c:v>30</c:v>
                </c:pt>
                <c:pt idx="282">
                  <c:v>35</c:v>
                </c:pt>
                <c:pt idx="283">
                  <c:v>20</c:v>
                </c:pt>
                <c:pt idx="284">
                  <c:v>20</c:v>
                </c:pt>
                <c:pt idx="285">
                  <c:v>16</c:v>
                </c:pt>
                <c:pt idx="286">
                  <c:v>23</c:v>
                </c:pt>
                <c:pt idx="287">
                  <c:v>7</c:v>
                </c:pt>
                <c:pt idx="288">
                  <c:v>3</c:v>
                </c:pt>
                <c:pt idx="289">
                  <c:v>20</c:v>
                </c:pt>
                <c:pt idx="290">
                  <c:v>31</c:v>
                </c:pt>
                <c:pt idx="291">
                  <c:v>6</c:v>
                </c:pt>
                <c:pt idx="292">
                  <c:v>27</c:v>
                </c:pt>
                <c:pt idx="293">
                  <c:v>20</c:v>
                </c:pt>
                <c:pt idx="294">
                  <c:v>27</c:v>
                </c:pt>
                <c:pt idx="295">
                  <c:v>15</c:v>
                </c:pt>
                <c:pt idx="296">
                  <c:v>26</c:v>
                </c:pt>
                <c:pt idx="297">
                  <c:v>38</c:v>
                </c:pt>
                <c:pt idx="298">
                  <c:v>18</c:v>
                </c:pt>
                <c:pt idx="299">
                  <c:v>34</c:v>
                </c:pt>
                <c:pt idx="300">
                  <c:v>35</c:v>
                </c:pt>
                <c:pt idx="301">
                  <c:v>19</c:v>
                </c:pt>
                <c:pt idx="302">
                  <c:v>27</c:v>
                </c:pt>
                <c:pt idx="303">
                  <c:v>52</c:v>
                </c:pt>
                <c:pt idx="304">
                  <c:v>30</c:v>
                </c:pt>
                <c:pt idx="305">
                  <c:v>22</c:v>
                </c:pt>
                <c:pt idx="306">
                  <c:v>34</c:v>
                </c:pt>
                <c:pt idx="307">
                  <c:v>13</c:v>
                </c:pt>
                <c:pt idx="308">
                  <c:v>17</c:v>
                </c:pt>
                <c:pt idx="309">
                  <c:v>10</c:v>
                </c:pt>
                <c:pt idx="310">
                  <c:v>24</c:v>
                </c:pt>
                <c:pt idx="311">
                  <c:v>16</c:v>
                </c:pt>
                <c:pt idx="312">
                  <c:v>26</c:v>
                </c:pt>
                <c:pt idx="313">
                  <c:v>19</c:v>
                </c:pt>
                <c:pt idx="314">
                  <c:v>6</c:v>
                </c:pt>
                <c:pt idx="315">
                  <c:v>27</c:v>
                </c:pt>
                <c:pt idx="316">
                  <c:v>27</c:v>
                </c:pt>
                <c:pt idx="317">
                  <c:v>34</c:v>
                </c:pt>
                <c:pt idx="318">
                  <c:v>20</c:v>
                </c:pt>
                <c:pt idx="319">
                  <c:v>38</c:v>
                </c:pt>
                <c:pt idx="320">
                  <c:v>7</c:v>
                </c:pt>
                <c:pt idx="321">
                  <c:v>27</c:v>
                </c:pt>
                <c:pt idx="322">
                  <c:v>23</c:v>
                </c:pt>
                <c:pt idx="323">
                  <c:v>23</c:v>
                </c:pt>
                <c:pt idx="324">
                  <c:v>30</c:v>
                </c:pt>
                <c:pt idx="325">
                  <c:v>27</c:v>
                </c:pt>
                <c:pt idx="326">
                  <c:v>19</c:v>
                </c:pt>
                <c:pt idx="327">
                  <c:v>23</c:v>
                </c:pt>
                <c:pt idx="328">
                  <c:v>20</c:v>
                </c:pt>
                <c:pt idx="329">
                  <c:v>24</c:v>
                </c:pt>
                <c:pt idx="330">
                  <c:v>13</c:v>
                </c:pt>
                <c:pt idx="331">
                  <c:v>14</c:v>
                </c:pt>
                <c:pt idx="332">
                  <c:v>19</c:v>
                </c:pt>
                <c:pt idx="333">
                  <c:v>38</c:v>
                </c:pt>
                <c:pt idx="334">
                  <c:v>21</c:v>
                </c:pt>
                <c:pt idx="335">
                  <c:v>35</c:v>
                </c:pt>
                <c:pt idx="336">
                  <c:v>23</c:v>
                </c:pt>
                <c:pt idx="337">
                  <c:v>42</c:v>
                </c:pt>
                <c:pt idx="338">
                  <c:v>41</c:v>
                </c:pt>
                <c:pt idx="339">
                  <c:v>34</c:v>
                </c:pt>
                <c:pt idx="340">
                  <c:v>42</c:v>
                </c:pt>
                <c:pt idx="341">
                  <c:v>44</c:v>
                </c:pt>
                <c:pt idx="342">
                  <c:v>22</c:v>
                </c:pt>
                <c:pt idx="343">
                  <c:v>38</c:v>
                </c:pt>
                <c:pt idx="344">
                  <c:v>27</c:v>
                </c:pt>
                <c:pt idx="345">
                  <c:v>6</c:v>
                </c:pt>
                <c:pt idx="346">
                  <c:v>19</c:v>
                </c:pt>
                <c:pt idx="347">
                  <c:v>28</c:v>
                </c:pt>
                <c:pt idx="348">
                  <c:v>11</c:v>
                </c:pt>
                <c:pt idx="349">
                  <c:v>32</c:v>
                </c:pt>
                <c:pt idx="350">
                  <c:v>18</c:v>
                </c:pt>
                <c:pt idx="351">
                  <c:v>20</c:v>
                </c:pt>
                <c:pt idx="352">
                  <c:v>6</c:v>
                </c:pt>
                <c:pt idx="353">
                  <c:v>14</c:v>
                </c:pt>
                <c:pt idx="354">
                  <c:v>42</c:v>
                </c:pt>
                <c:pt idx="355">
                  <c:v>27</c:v>
                </c:pt>
                <c:pt idx="356">
                  <c:v>14</c:v>
                </c:pt>
                <c:pt idx="357">
                  <c:v>13</c:v>
                </c:pt>
                <c:pt idx="358">
                  <c:v>31</c:v>
                </c:pt>
                <c:pt idx="359">
                  <c:v>7</c:v>
                </c:pt>
                <c:pt idx="360">
                  <c:v>20</c:v>
                </c:pt>
                <c:pt idx="361">
                  <c:v>30</c:v>
                </c:pt>
                <c:pt idx="362">
                  <c:v>25</c:v>
                </c:pt>
                <c:pt idx="363">
                  <c:v>27</c:v>
                </c:pt>
                <c:pt idx="364">
                  <c:v>17</c:v>
                </c:pt>
                <c:pt idx="365">
                  <c:v>19</c:v>
                </c:pt>
                <c:pt idx="366">
                  <c:v>9</c:v>
                </c:pt>
                <c:pt idx="367">
                  <c:v>30</c:v>
                </c:pt>
                <c:pt idx="368">
                  <c:v>34</c:v>
                </c:pt>
                <c:pt idx="369">
                  <c:v>27</c:v>
                </c:pt>
                <c:pt idx="370">
                  <c:v>34</c:v>
                </c:pt>
                <c:pt idx="371">
                  <c:v>36</c:v>
                </c:pt>
                <c:pt idx="372">
                  <c:v>24</c:v>
                </c:pt>
                <c:pt idx="373">
                  <c:v>17</c:v>
                </c:pt>
                <c:pt idx="374">
                  <c:v>19</c:v>
                </c:pt>
                <c:pt idx="375">
                  <c:v>9</c:v>
                </c:pt>
                <c:pt idx="376">
                  <c:v>24</c:v>
                </c:pt>
                <c:pt idx="377">
                  <c:v>24</c:v>
                </c:pt>
                <c:pt idx="378">
                  <c:v>34</c:v>
                </c:pt>
                <c:pt idx="379">
                  <c:v>36</c:v>
                </c:pt>
                <c:pt idx="380">
                  <c:v>29</c:v>
                </c:pt>
                <c:pt idx="381">
                  <c:v>26</c:v>
                </c:pt>
                <c:pt idx="382">
                  <c:v>38</c:v>
                </c:pt>
                <c:pt idx="383">
                  <c:v>34</c:v>
                </c:pt>
                <c:pt idx="384">
                  <c:v>2</c:v>
                </c:pt>
                <c:pt idx="385">
                  <c:v>10</c:v>
                </c:pt>
                <c:pt idx="386">
                  <c:v>3</c:v>
                </c:pt>
                <c:pt idx="387">
                  <c:v>13</c:v>
                </c:pt>
                <c:pt idx="388">
                  <c:v>30</c:v>
                </c:pt>
                <c:pt idx="389">
                  <c:v>7</c:v>
                </c:pt>
                <c:pt idx="390">
                  <c:v>30</c:v>
                </c:pt>
                <c:pt idx="391">
                  <c:v>48</c:v>
                </c:pt>
                <c:pt idx="392">
                  <c:v>41</c:v>
                </c:pt>
                <c:pt idx="393">
                  <c:v>27</c:v>
                </c:pt>
                <c:pt idx="394">
                  <c:v>45</c:v>
                </c:pt>
                <c:pt idx="395">
                  <c:v>10</c:v>
                </c:pt>
                <c:pt idx="396">
                  <c:v>3</c:v>
                </c:pt>
                <c:pt idx="397">
                  <c:v>40</c:v>
                </c:pt>
                <c:pt idx="398">
                  <c:v>20</c:v>
                </c:pt>
                <c:pt idx="399">
                  <c:v>34</c:v>
                </c:pt>
                <c:pt idx="400">
                  <c:v>17</c:v>
                </c:pt>
                <c:pt idx="401">
                  <c:v>35</c:v>
                </c:pt>
                <c:pt idx="402">
                  <c:v>23</c:v>
                </c:pt>
                <c:pt idx="403">
                  <c:v>38</c:v>
                </c:pt>
                <c:pt idx="404">
                  <c:v>22</c:v>
                </c:pt>
                <c:pt idx="405">
                  <c:v>14</c:v>
                </c:pt>
                <c:pt idx="406">
                  <c:v>26</c:v>
                </c:pt>
                <c:pt idx="407">
                  <c:v>38</c:v>
                </c:pt>
                <c:pt idx="408">
                  <c:v>20</c:v>
                </c:pt>
                <c:pt idx="409">
                  <c:v>32</c:v>
                </c:pt>
                <c:pt idx="410">
                  <c:v>31</c:v>
                </c:pt>
                <c:pt idx="411">
                  <c:v>27</c:v>
                </c:pt>
                <c:pt idx="412">
                  <c:v>20</c:v>
                </c:pt>
                <c:pt idx="413">
                  <c:v>25</c:v>
                </c:pt>
                <c:pt idx="414">
                  <c:v>47</c:v>
                </c:pt>
                <c:pt idx="415">
                  <c:v>19</c:v>
                </c:pt>
                <c:pt idx="416">
                  <c:v>0</c:v>
                </c:pt>
                <c:pt idx="417">
                  <c:v>1.625</c:v>
                </c:pt>
                <c:pt idx="418">
                  <c:v>3.25</c:v>
                </c:pt>
                <c:pt idx="419">
                  <c:v>4.875</c:v>
                </c:pt>
                <c:pt idx="420">
                  <c:v>6.5</c:v>
                </c:pt>
                <c:pt idx="421">
                  <c:v>8.125</c:v>
                </c:pt>
                <c:pt idx="422">
                  <c:v>9.75</c:v>
                </c:pt>
                <c:pt idx="423">
                  <c:v>11.375</c:v>
                </c:pt>
                <c:pt idx="424">
                  <c:v>13</c:v>
                </c:pt>
                <c:pt idx="425">
                  <c:v>14.625</c:v>
                </c:pt>
                <c:pt idx="426">
                  <c:v>16.25</c:v>
                </c:pt>
                <c:pt idx="427">
                  <c:v>17.875</c:v>
                </c:pt>
                <c:pt idx="428">
                  <c:v>19.5</c:v>
                </c:pt>
                <c:pt idx="429">
                  <c:v>21.125</c:v>
                </c:pt>
                <c:pt idx="430">
                  <c:v>22.75</c:v>
                </c:pt>
                <c:pt idx="431">
                  <c:v>24.375</c:v>
                </c:pt>
                <c:pt idx="432">
                  <c:v>26</c:v>
                </c:pt>
                <c:pt idx="433">
                  <c:v>27.625</c:v>
                </c:pt>
                <c:pt idx="434">
                  <c:v>29.25</c:v>
                </c:pt>
                <c:pt idx="435">
                  <c:v>30.875</c:v>
                </c:pt>
                <c:pt idx="436">
                  <c:v>32.5</c:v>
                </c:pt>
                <c:pt idx="437">
                  <c:v>34.125</c:v>
                </c:pt>
                <c:pt idx="438">
                  <c:v>35.75</c:v>
                </c:pt>
                <c:pt idx="439">
                  <c:v>37.375</c:v>
                </c:pt>
                <c:pt idx="440">
                  <c:v>39</c:v>
                </c:pt>
                <c:pt idx="441">
                  <c:v>40.625</c:v>
                </c:pt>
                <c:pt idx="442">
                  <c:v>42.25</c:v>
                </c:pt>
                <c:pt idx="443">
                  <c:v>43.875</c:v>
                </c:pt>
                <c:pt idx="444">
                  <c:v>45.5</c:v>
                </c:pt>
                <c:pt idx="445">
                  <c:v>47.125</c:v>
                </c:pt>
                <c:pt idx="446">
                  <c:v>48.75</c:v>
                </c:pt>
                <c:pt idx="447">
                  <c:v>50.375</c:v>
                </c:pt>
                <c:pt idx="448">
                  <c:v>52</c:v>
                </c:pt>
                <c:pt idx="449">
                  <c:v>53.625</c:v>
                </c:pt>
                <c:pt idx="450">
                  <c:v>55.25</c:v>
                </c:pt>
                <c:pt idx="451">
                  <c:v>56.875</c:v>
                </c:pt>
                <c:pt idx="452">
                  <c:v>58.5</c:v>
                </c:pt>
                <c:pt idx="453">
                  <c:v>60.125</c:v>
                </c:pt>
                <c:pt idx="454">
                  <c:v>61.75</c:v>
                </c:pt>
                <c:pt idx="455">
                  <c:v>63.375</c:v>
                </c:pt>
                <c:pt idx="456">
                  <c:v>65</c:v>
                </c:pt>
              </c:numCache>
            </c:numRef>
          </c:xVal>
          <c:yVal>
            <c:numRef>
              <c:f>Sheet1!$C$2:$C$458</c:f>
              <c:numCache>
                <c:formatCode>General</c:formatCode>
                <c:ptCount val="457"/>
                <c:pt idx="416">
                  <c:v>0</c:v>
                </c:pt>
                <c:pt idx="417">
                  <c:v>1.625</c:v>
                </c:pt>
                <c:pt idx="418">
                  <c:v>3.25</c:v>
                </c:pt>
                <c:pt idx="419">
                  <c:v>4.875</c:v>
                </c:pt>
                <c:pt idx="420">
                  <c:v>6.5</c:v>
                </c:pt>
                <c:pt idx="421">
                  <c:v>8.125</c:v>
                </c:pt>
                <c:pt idx="422">
                  <c:v>9.75</c:v>
                </c:pt>
                <c:pt idx="423">
                  <c:v>11.375</c:v>
                </c:pt>
                <c:pt idx="424">
                  <c:v>13</c:v>
                </c:pt>
                <c:pt idx="425">
                  <c:v>14.625</c:v>
                </c:pt>
                <c:pt idx="426">
                  <c:v>16.25</c:v>
                </c:pt>
                <c:pt idx="427">
                  <c:v>17.875</c:v>
                </c:pt>
                <c:pt idx="428">
                  <c:v>19.5</c:v>
                </c:pt>
                <c:pt idx="429">
                  <c:v>21.125</c:v>
                </c:pt>
                <c:pt idx="430">
                  <c:v>22.75</c:v>
                </c:pt>
                <c:pt idx="431">
                  <c:v>24.375</c:v>
                </c:pt>
                <c:pt idx="432">
                  <c:v>26</c:v>
                </c:pt>
                <c:pt idx="433">
                  <c:v>27.625</c:v>
                </c:pt>
                <c:pt idx="434">
                  <c:v>29.25</c:v>
                </c:pt>
                <c:pt idx="435">
                  <c:v>30.875</c:v>
                </c:pt>
                <c:pt idx="436">
                  <c:v>32.5</c:v>
                </c:pt>
                <c:pt idx="437">
                  <c:v>34.125</c:v>
                </c:pt>
                <c:pt idx="438">
                  <c:v>35.75</c:v>
                </c:pt>
                <c:pt idx="439">
                  <c:v>37.375</c:v>
                </c:pt>
                <c:pt idx="440">
                  <c:v>39</c:v>
                </c:pt>
                <c:pt idx="441">
                  <c:v>40.625</c:v>
                </c:pt>
                <c:pt idx="442">
                  <c:v>42.25</c:v>
                </c:pt>
                <c:pt idx="443">
                  <c:v>43.875</c:v>
                </c:pt>
                <c:pt idx="444">
                  <c:v>45.5</c:v>
                </c:pt>
                <c:pt idx="445">
                  <c:v>47.125</c:v>
                </c:pt>
                <c:pt idx="446">
                  <c:v>48.75</c:v>
                </c:pt>
                <c:pt idx="447">
                  <c:v>50.375</c:v>
                </c:pt>
                <c:pt idx="448">
                  <c:v>52</c:v>
                </c:pt>
                <c:pt idx="449">
                  <c:v>53.625</c:v>
                </c:pt>
                <c:pt idx="450">
                  <c:v>55.25</c:v>
                </c:pt>
                <c:pt idx="451">
                  <c:v>56.875</c:v>
                </c:pt>
                <c:pt idx="452">
                  <c:v>58.5</c:v>
                </c:pt>
                <c:pt idx="453">
                  <c:v>60.125</c:v>
                </c:pt>
                <c:pt idx="454">
                  <c:v>61.75</c:v>
                </c:pt>
                <c:pt idx="455">
                  <c:v>63.375</c:v>
                </c:pt>
                <c:pt idx="456">
                  <c:v>65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5"/>
          <c:min val="0"/>
        </c:scaling>
        <c:delete val="0"/>
        <c:axPos val="b"/>
        <c:title>
          <c:tx>
            <c:rich>
              <a:bodyPr/>
              <a:lstStyle/>
              <a:p>
                <a:pPr>
                  <a:defRPr sz="1100" b="0" i="0" u="none" strike="noStrike">
                    <a:solidFill>
                      <a:srgbClr val="B8B0AC"/>
                    </a:solidFill>
                    <a:latin typeface="Calibri"/>
                  </a:defRPr>
                </a:pPr>
                <a:r>
                  <a:rPr sz="1100" b="0" i="0" u="none" strike="noStrike">
                    <a:solidFill>
                      <a:srgbClr val="B8B0AC"/>
                    </a:solidFill>
                    <a:latin typeface="Calibri"/>
                  </a:rPr>
                  <a:t>Actual home points</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B8B0AC"/>
                </a:solidFill>
                <a:latin typeface="Calibri"/>
              </a:defRPr>
            </a:pPr>
            <a:endParaRPr lang="en-US"/>
          </a:p>
        </c:txPr>
        <c:crossAx val="2094734552"/>
        <c:crosses val="autoZero"/>
        <c:auto val="1"/>
        <c:lblAlgn val="ctr"/>
        <c:noMultiLvlLbl val="1"/>
      </c:valAx>
      <c:valAx>
        <c:axId val="2094734552"/>
        <c:scaling>
          <c:orientation val="minMax"/>
          <c:max val="65"/>
          <c:min val="0"/>
        </c:scaling>
        <c:delete val="0"/>
        <c:axPos val="l"/>
        <c:majorGridlines>
          <c:spPr>
            <a:ln w="6350" cap="flat">
              <a:solidFill>
                <a:srgbClr val="3A3A3D"/>
              </a:solidFill>
              <a:prstDash val="solid"/>
              <a:round/>
            </a:ln>
          </c:spPr>
        </c:majorGridlines>
        <c:title>
          <c:tx>
            <c:rich>
              <a:bodyPr/>
              <a:lstStyle/>
              <a:p>
                <a:pPr>
                  <a:defRPr sz="1100" b="0" i="0" u="none" strike="noStrike">
                    <a:solidFill>
                      <a:srgbClr val="B8B0AC"/>
                    </a:solidFill>
                    <a:latin typeface="Calibri"/>
                  </a:defRPr>
                </a:pPr>
                <a:r>
                  <a:rPr sz="1100" b="0" i="0" u="none" strike="noStrike">
                    <a:solidFill>
                      <a:srgbClr val="B8B0AC"/>
                    </a:solidFill>
                    <a:latin typeface="Calibri"/>
                  </a:rPr>
                  <a:t>Predicted home points</a:t>
                </a:r>
              </a:p>
            </c:rich>
          </c:tx>
          <c:layout/>
          <c:overlay val="0"/>
        </c:title>
        <c:numFmt formatCode="General" sourceLinked="0"/>
        <c:majorTickMark val="none"/>
        <c:minorTickMark val="none"/>
        <c:tickLblPos val="low"/>
        <c:spPr>
          <a:ln w="12700" cap="flat">
            <a:solidFill>
              <a:srgbClr val="888888"/>
            </a:solidFill>
            <a:prstDash val="solid"/>
            <a:round/>
          </a:ln>
        </c:spPr>
        <c:txPr>
          <a:bodyPr/>
          <a:lstStyle/>
          <a:p>
            <a:pPr>
              <a:defRPr sz="1000" b="0" i="0" u="none" strike="noStrike">
                <a:solidFill>
                  <a:srgbClr val="B8B0AC"/>
                </a:solidFill>
                <a:latin typeface="Calibri"/>
              </a:defRPr>
            </a:pPr>
            <a:endParaRPr lang="en-US"/>
          </a:p>
        </c:txPr>
        <c:crossAx val="2094734554"/>
        <c:crosses val="autoZero"/>
        <c:crossBetween val="midCat"/>
      </c:valAx>
      <c:spPr>
        <a:solidFill>
          <a:srgbClr val="0E0D10"/>
        </a:solidFill>
        <a:ln>
          <a:noFill/>
        </a:ln>
        <a:effectLst/>
      </c:spPr>
    </c:plotArea>
    <c:legend>
      <c:legendPos val="b"/>
      <c:overlay val="0"/>
      <c:txPr>
        <a:bodyPr/>
        <a:lstStyle/>
        <a:p>
          <a:pPr>
            <a:defRPr sz="1100">
              <a:solidFill>
                <a:srgbClr val="EDE3D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Fitted response</c:v>
                </c:pt>
              </c:strCache>
            </c:strRef>
          </c:tx>
          <c:spPr>
            <a:solidFill>
              <a:srgbClr val="6FD8B0"/>
            </a:solidFill>
            <a:ln w="25400" cap="flat">
              <a:solidFill>
                <a:srgbClr val="6FD8B0"/>
              </a:solidFill>
              <a:prstDash val="solid"/>
              <a:round/>
            </a:ln>
            <a:effectLst/>
          </c:spPr>
          <c:marker>
            <c:symbol val="none"/>
            <c:size val="3"/>
            <c:spPr>
              <a:solidFill>
                <a:srgbClr val="6FD8B0"/>
              </a:solidFill>
              <a:ln w="9525" cap="flat">
                <a:solidFill>
                  <a:srgbClr val="6FD8B0"/>
                </a:solidFill>
                <a:prstDash val="solid"/>
                <a:round/>
              </a:ln>
              <a:effectLst/>
            </c:spPr>
          </c:marker>
          <c:xVal>
            <c:numRef>
              <c:f>Sheet1!$A$2:$A$101</c:f>
              <c:numCache>
                <c:formatCode>General</c:formatCode>
                <c:ptCount val="100"/>
                <c:pt idx="0">
                  <c:v>1</c:v>
                </c:pt>
                <c:pt idx="1">
                  <c:v>1.444444</c:v>
                </c:pt>
                <c:pt idx="2">
                  <c:v>1.888889</c:v>
                </c:pt>
                <c:pt idx="3">
                  <c:v>2.333333</c:v>
                </c:pt>
                <c:pt idx="4">
                  <c:v>2.777778</c:v>
                </c:pt>
                <c:pt idx="5">
                  <c:v>3.222222</c:v>
                </c:pt>
                <c:pt idx="6">
                  <c:v>3.666667</c:v>
                </c:pt>
                <c:pt idx="7">
                  <c:v>4.111111</c:v>
                </c:pt>
                <c:pt idx="8">
                  <c:v>4.555556</c:v>
                </c:pt>
                <c:pt idx="9">
                  <c:v>5</c:v>
                </c:pt>
                <c:pt idx="10">
                  <c:v>5.444444</c:v>
                </c:pt>
                <c:pt idx="11">
                  <c:v>5.888889</c:v>
                </c:pt>
                <c:pt idx="12">
                  <c:v>6.333333</c:v>
                </c:pt>
                <c:pt idx="13">
                  <c:v>6.777778</c:v>
                </c:pt>
                <c:pt idx="14">
                  <c:v>7.222222</c:v>
                </c:pt>
                <c:pt idx="15">
                  <c:v>7.666667</c:v>
                </c:pt>
                <c:pt idx="16">
                  <c:v>8.111111</c:v>
                </c:pt>
                <c:pt idx="17">
                  <c:v>8.555556</c:v>
                </c:pt>
                <c:pt idx="18">
                  <c:v>9</c:v>
                </c:pt>
                <c:pt idx="19">
                  <c:v>9.444444</c:v>
                </c:pt>
                <c:pt idx="20">
                  <c:v>9.888889</c:v>
                </c:pt>
                <c:pt idx="21">
                  <c:v>10.333333</c:v>
                </c:pt>
                <c:pt idx="22">
                  <c:v>10.777778</c:v>
                </c:pt>
                <c:pt idx="23">
                  <c:v>11.222222</c:v>
                </c:pt>
                <c:pt idx="24">
                  <c:v>11.666667</c:v>
                </c:pt>
                <c:pt idx="25">
                  <c:v>12.111111</c:v>
                </c:pt>
                <c:pt idx="26">
                  <c:v>12.555556</c:v>
                </c:pt>
                <c:pt idx="27">
                  <c:v>13</c:v>
                </c:pt>
                <c:pt idx="28">
                  <c:v>13.444444</c:v>
                </c:pt>
                <c:pt idx="29">
                  <c:v>13.888889</c:v>
                </c:pt>
                <c:pt idx="30">
                  <c:v>14.333333</c:v>
                </c:pt>
                <c:pt idx="31">
                  <c:v>14.777778</c:v>
                </c:pt>
                <c:pt idx="32">
                  <c:v>15.222222</c:v>
                </c:pt>
                <c:pt idx="33">
                  <c:v>15.666667</c:v>
                </c:pt>
                <c:pt idx="34">
                  <c:v>16.111111</c:v>
                </c:pt>
                <c:pt idx="35">
                  <c:v>16.555556</c:v>
                </c:pt>
                <c:pt idx="36">
                  <c:v>17</c:v>
                </c:pt>
                <c:pt idx="37">
                  <c:v>17.444444</c:v>
                </c:pt>
                <c:pt idx="38">
                  <c:v>17.888889</c:v>
                </c:pt>
                <c:pt idx="39">
                  <c:v>18.333333</c:v>
                </c:pt>
                <c:pt idx="40">
                  <c:v>18.777778</c:v>
                </c:pt>
                <c:pt idx="41">
                  <c:v>19.222222</c:v>
                </c:pt>
                <c:pt idx="42">
                  <c:v>19.666667</c:v>
                </c:pt>
                <c:pt idx="43">
                  <c:v>20.111111</c:v>
                </c:pt>
                <c:pt idx="44">
                  <c:v>20.555556</c:v>
                </c:pt>
                <c:pt idx="45">
                  <c:v>21</c:v>
                </c:pt>
                <c:pt idx="46">
                  <c:v>21.444444</c:v>
                </c:pt>
                <c:pt idx="47">
                  <c:v>21.888889</c:v>
                </c:pt>
                <c:pt idx="48">
                  <c:v>22.333333</c:v>
                </c:pt>
                <c:pt idx="49">
                  <c:v>22.777778</c:v>
                </c:pt>
                <c:pt idx="50">
                  <c:v>23.222222</c:v>
                </c:pt>
                <c:pt idx="51">
                  <c:v>23.666667</c:v>
                </c:pt>
                <c:pt idx="52">
                  <c:v>24.111111</c:v>
                </c:pt>
                <c:pt idx="53">
                  <c:v>24.555556</c:v>
                </c:pt>
                <c:pt idx="54">
                  <c:v>25</c:v>
                </c:pt>
                <c:pt idx="55">
                  <c:v>25.444444</c:v>
                </c:pt>
                <c:pt idx="56">
                  <c:v>25.888889</c:v>
                </c:pt>
                <c:pt idx="57">
                  <c:v>26.333333</c:v>
                </c:pt>
                <c:pt idx="58">
                  <c:v>26.777778</c:v>
                </c:pt>
                <c:pt idx="59">
                  <c:v>27.222222</c:v>
                </c:pt>
                <c:pt idx="60">
                  <c:v>27.666667</c:v>
                </c:pt>
                <c:pt idx="61">
                  <c:v>28.111111</c:v>
                </c:pt>
                <c:pt idx="62">
                  <c:v>28.555556</c:v>
                </c:pt>
                <c:pt idx="63">
                  <c:v>29</c:v>
                </c:pt>
                <c:pt idx="64">
                  <c:v>29.444444</c:v>
                </c:pt>
                <c:pt idx="65">
                  <c:v>29.888889</c:v>
                </c:pt>
                <c:pt idx="66">
                  <c:v>30.333333</c:v>
                </c:pt>
                <c:pt idx="67">
                  <c:v>30.777778</c:v>
                </c:pt>
                <c:pt idx="68">
                  <c:v>31.222222</c:v>
                </c:pt>
                <c:pt idx="69">
                  <c:v>31.666667</c:v>
                </c:pt>
                <c:pt idx="70">
                  <c:v>32.111111</c:v>
                </c:pt>
                <c:pt idx="71">
                  <c:v>32.555556</c:v>
                </c:pt>
                <c:pt idx="72">
                  <c:v>33</c:v>
                </c:pt>
                <c:pt idx="73">
                  <c:v>33.444444</c:v>
                </c:pt>
                <c:pt idx="74">
                  <c:v>33.888889</c:v>
                </c:pt>
                <c:pt idx="75">
                  <c:v>34.333333</c:v>
                </c:pt>
                <c:pt idx="76">
                  <c:v>34.777778</c:v>
                </c:pt>
                <c:pt idx="77">
                  <c:v>35.222222</c:v>
                </c:pt>
                <c:pt idx="78">
                  <c:v>35.666667</c:v>
                </c:pt>
                <c:pt idx="79">
                  <c:v>36.111111</c:v>
                </c:pt>
                <c:pt idx="80">
                  <c:v>36.555556</c:v>
                </c:pt>
                <c:pt idx="81">
                  <c:v>37</c:v>
                </c:pt>
                <c:pt idx="82">
                  <c:v>37.444444</c:v>
                </c:pt>
                <c:pt idx="83">
                  <c:v>37.888889</c:v>
                </c:pt>
                <c:pt idx="84">
                  <c:v>38.333333</c:v>
                </c:pt>
                <c:pt idx="85">
                  <c:v>38.777778</c:v>
                </c:pt>
                <c:pt idx="86">
                  <c:v>39.222222</c:v>
                </c:pt>
                <c:pt idx="87">
                  <c:v>39.666667</c:v>
                </c:pt>
                <c:pt idx="88">
                  <c:v>40.111111</c:v>
                </c:pt>
                <c:pt idx="89">
                  <c:v>40.555556</c:v>
                </c:pt>
                <c:pt idx="90">
                  <c:v>41</c:v>
                </c:pt>
                <c:pt idx="91">
                  <c:v>41.444444</c:v>
                </c:pt>
                <c:pt idx="92">
                  <c:v>41.888889</c:v>
                </c:pt>
                <c:pt idx="93">
                  <c:v>42.333333</c:v>
                </c:pt>
                <c:pt idx="94">
                  <c:v>42.777778</c:v>
                </c:pt>
                <c:pt idx="95">
                  <c:v>43.222222</c:v>
                </c:pt>
                <c:pt idx="96">
                  <c:v>43.666667</c:v>
                </c:pt>
                <c:pt idx="97">
                  <c:v>44.111111</c:v>
                </c:pt>
                <c:pt idx="98">
                  <c:v>44.555556</c:v>
                </c:pt>
                <c:pt idx="99">
                  <c:v>45</c:v>
                </c:pt>
              </c:numCache>
            </c:numRef>
          </c:xVal>
          <c:yVal>
            <c:numRef>
              <c:f>Sheet1!$B$2:$B$101</c:f>
              <c:numCache>
                <c:formatCode>General</c:formatCode>
                <c:ptCount val="100"/>
                <c:pt idx="0">
                  <c:v>0.623398</c:v>
                </c:pt>
                <c:pt idx="1">
                  <c:v>0.606976</c:v>
                </c:pt>
                <c:pt idx="2">
                  <c:v>0.590309</c:v>
                </c:pt>
                <c:pt idx="3">
                  <c:v>0.573432</c:v>
                </c:pt>
                <c:pt idx="4">
                  <c:v>0.556382</c:v>
                </c:pt>
                <c:pt idx="5">
                  <c:v>0.539198</c:v>
                </c:pt>
                <c:pt idx="6">
                  <c:v>0.521921</c:v>
                </c:pt>
                <c:pt idx="7">
                  <c:v>0.504591</c:v>
                </c:pt>
                <c:pt idx="8">
                  <c:v>0.487249</c:v>
                </c:pt>
                <c:pt idx="9">
                  <c:v>0.469939</c:v>
                </c:pt>
                <c:pt idx="10">
                  <c:v>0.4527</c:v>
                </c:pt>
                <c:pt idx="11">
                  <c:v>0.435575</c:v>
                </c:pt>
                <c:pt idx="12">
                  <c:v>0.418601</c:v>
                </c:pt>
                <c:pt idx="13">
                  <c:v>0.401818</c:v>
                </c:pt>
                <c:pt idx="14">
                  <c:v>0.385262</c:v>
                </c:pt>
                <c:pt idx="15">
                  <c:v>0.368968</c:v>
                </c:pt>
                <c:pt idx="16">
                  <c:v>0.352967</c:v>
                </c:pt>
                <c:pt idx="17">
                  <c:v>0.337289</c:v>
                </c:pt>
                <c:pt idx="18">
                  <c:v>0.321961</c:v>
                </c:pt>
                <c:pt idx="19">
                  <c:v>0.307006</c:v>
                </c:pt>
                <c:pt idx="20">
                  <c:v>0.292447</c:v>
                </c:pt>
                <c:pt idx="21">
                  <c:v>0.278301</c:v>
                </c:pt>
                <c:pt idx="22">
                  <c:v>0.264583</c:v>
                </c:pt>
                <c:pt idx="23">
                  <c:v>0.251306</c:v>
                </c:pt>
                <c:pt idx="24">
                  <c:v>0.23848</c:v>
                </c:pt>
                <c:pt idx="25">
                  <c:v>0.22611</c:v>
                </c:pt>
                <c:pt idx="26">
                  <c:v>0.214201</c:v>
                </c:pt>
                <c:pt idx="27">
                  <c:v>0.202755</c:v>
                </c:pt>
                <c:pt idx="28">
                  <c:v>0.191772</c:v>
                </c:pt>
                <c:pt idx="29">
                  <c:v>0.181248</c:v>
                </c:pt>
                <c:pt idx="30">
                  <c:v>0.17118</c:v>
                </c:pt>
                <c:pt idx="31">
                  <c:v>0.16156</c:v>
                </c:pt>
                <c:pt idx="32">
                  <c:v>0.152382</c:v>
                </c:pt>
                <c:pt idx="33">
                  <c:v>0.143635</c:v>
                </c:pt>
                <c:pt idx="34">
                  <c:v>0.135311</c:v>
                </c:pt>
                <c:pt idx="35">
                  <c:v>0.127397</c:v>
                </c:pt>
                <c:pt idx="36">
                  <c:v>0.119882</c:v>
                </c:pt>
                <c:pt idx="37">
                  <c:v>0.112753</c:v>
                </c:pt>
                <c:pt idx="38">
                  <c:v>0.105997</c:v>
                </c:pt>
                <c:pt idx="39">
                  <c:v>0.0996</c:v>
                </c:pt>
                <c:pt idx="40">
                  <c:v>0.093549</c:v>
                </c:pt>
                <c:pt idx="41">
                  <c:v>0.08783</c:v>
                </c:pt>
                <c:pt idx="42">
                  <c:v>0.082428</c:v>
                </c:pt>
                <c:pt idx="43">
                  <c:v>0.077331</c:v>
                </c:pt>
                <c:pt idx="44">
                  <c:v>0.072523</c:v>
                </c:pt>
                <c:pt idx="45">
                  <c:v>0.067993</c:v>
                </c:pt>
                <c:pt idx="46">
                  <c:v>0.063726</c:v>
                </c:pt>
                <c:pt idx="47">
                  <c:v>0.05971</c:v>
                </c:pt>
                <c:pt idx="48">
                  <c:v>0.055932</c:v>
                </c:pt>
                <c:pt idx="49">
                  <c:v>0.05238</c:v>
                </c:pt>
                <c:pt idx="50">
                  <c:v>0.049041</c:v>
                </c:pt>
                <c:pt idx="51">
                  <c:v>0.045905</c:v>
                </c:pt>
                <c:pt idx="52">
                  <c:v>0.04296</c:v>
                </c:pt>
                <c:pt idx="53">
                  <c:v>0.040197</c:v>
                </c:pt>
                <c:pt idx="54">
                  <c:v>0.037604</c:v>
                </c:pt>
                <c:pt idx="55">
                  <c:v>0.035172</c:v>
                </c:pt>
                <c:pt idx="56">
                  <c:v>0.032892</c:v>
                </c:pt>
                <c:pt idx="57">
                  <c:v>0.030756</c:v>
                </c:pt>
                <c:pt idx="58">
                  <c:v>0.028753</c:v>
                </c:pt>
                <c:pt idx="59">
                  <c:v>0.026878</c:v>
                </c:pt>
                <c:pt idx="60">
                  <c:v>0.025122</c:v>
                </c:pt>
                <c:pt idx="61">
                  <c:v>0.023478</c:v>
                </c:pt>
                <c:pt idx="62">
                  <c:v>0.021939</c:v>
                </c:pt>
                <c:pt idx="63">
                  <c:v>0.020498</c:v>
                </c:pt>
                <c:pt idx="64">
                  <c:v>0.019151</c:v>
                </c:pt>
                <c:pt idx="65">
                  <c:v>0.01789</c:v>
                </c:pt>
                <c:pt idx="66">
                  <c:v>0.016711</c:v>
                </c:pt>
                <c:pt idx="67">
                  <c:v>0.015608</c:v>
                </c:pt>
                <c:pt idx="68">
                  <c:v>0.014578</c:v>
                </c:pt>
                <c:pt idx="69">
                  <c:v>0.013614</c:v>
                </c:pt>
                <c:pt idx="70">
                  <c:v>0.012713</c:v>
                </c:pt>
                <c:pt idx="71">
                  <c:v>0.011871</c:v>
                </c:pt>
                <c:pt idx="72">
                  <c:v>0.011084</c:v>
                </c:pt>
                <c:pt idx="73">
                  <c:v>0.010349</c:v>
                </c:pt>
                <c:pt idx="74">
                  <c:v>0.009662</c:v>
                </c:pt>
                <c:pt idx="75">
                  <c:v>0.00902</c:v>
                </c:pt>
                <c:pt idx="76">
                  <c:v>0.008421</c:v>
                </c:pt>
                <c:pt idx="77">
                  <c:v>0.007861</c:v>
                </c:pt>
                <c:pt idx="78">
                  <c:v>0.007338</c:v>
                </c:pt>
                <c:pt idx="79">
                  <c:v>0.006849</c:v>
                </c:pt>
                <c:pt idx="80">
                  <c:v>0.006393</c:v>
                </c:pt>
                <c:pt idx="81">
                  <c:v>0.005967</c:v>
                </c:pt>
                <c:pt idx="82">
                  <c:v>0.00557</c:v>
                </c:pt>
                <c:pt idx="83">
                  <c:v>0.005198</c:v>
                </c:pt>
                <c:pt idx="84">
                  <c:v>0.004851</c:v>
                </c:pt>
                <c:pt idx="85">
                  <c:v>0.004528</c:v>
                </c:pt>
                <c:pt idx="86">
                  <c:v>0.004226</c:v>
                </c:pt>
                <c:pt idx="87">
                  <c:v>0.003944</c:v>
                </c:pt>
                <c:pt idx="88">
                  <c:v>0.00368</c:v>
                </c:pt>
                <c:pt idx="89">
                  <c:v>0.003434</c:v>
                </c:pt>
                <c:pt idx="90">
                  <c:v>0.003205</c:v>
                </c:pt>
                <c:pt idx="91">
                  <c:v>0.002991</c:v>
                </c:pt>
                <c:pt idx="92">
                  <c:v>0.002791</c:v>
                </c:pt>
                <c:pt idx="93">
                  <c:v>0.002604</c:v>
                </c:pt>
                <c:pt idx="94">
                  <c:v>0.00243</c:v>
                </c:pt>
                <c:pt idx="95">
                  <c:v>0.002268</c:v>
                </c:pt>
                <c:pt idx="96">
                  <c:v>0.002116</c:v>
                </c:pt>
                <c:pt idx="97">
                  <c:v>0.001974</c:v>
                </c:pt>
                <c:pt idx="98">
                  <c:v>0.001842</c:v>
                </c:pt>
                <c:pt idx="99">
                  <c:v>0.001719</c:v>
                </c:pt>
              </c:numCache>
            </c:numRef>
          </c:yVal>
          <c:smooth val="0"/>
        </c:ser>
        <c:ser>
          <c:idx val="1"/>
          <c:order val="1"/>
          <c:tx>
            <c:strRef>
              <c:f>Sheet1!$C$1</c:f>
              <c:strCache>
                <c:ptCount val="1"/>
                <c:pt idx="0">
                  <c:v>Threshold 0.50</c:v>
                </c:pt>
              </c:strCache>
            </c:strRef>
          </c:tx>
          <c:spPr>
            <a:solidFill>
              <a:srgbClr val="E87500"/>
            </a:solidFill>
            <a:ln w="25400" cap="flat">
              <a:solidFill>
                <a:srgbClr val="E87500"/>
              </a:solidFill>
              <a:prstDash val="dash"/>
              <a:round/>
            </a:ln>
            <a:effectLst/>
          </c:spPr>
          <c:marker>
            <c:symbol val="none"/>
            <c:size val="3"/>
            <c:spPr>
              <a:solidFill>
                <a:srgbClr val="E87500"/>
              </a:solidFill>
              <a:ln w="9525" cap="flat">
                <a:solidFill>
                  <a:srgbClr val="E87500"/>
                </a:solidFill>
                <a:prstDash val="solid"/>
                <a:round/>
              </a:ln>
              <a:effectLst/>
            </c:spPr>
          </c:marker>
          <c:xVal>
            <c:numRef>
              <c:f>Sheet1!$A$2:$A$101</c:f>
              <c:numCache>
                <c:formatCode>General</c:formatCode>
                <c:ptCount val="100"/>
                <c:pt idx="0">
                  <c:v>1</c:v>
                </c:pt>
                <c:pt idx="1">
                  <c:v>1.444444</c:v>
                </c:pt>
                <c:pt idx="2">
                  <c:v>1.888889</c:v>
                </c:pt>
                <c:pt idx="3">
                  <c:v>2.333333</c:v>
                </c:pt>
                <c:pt idx="4">
                  <c:v>2.777778</c:v>
                </c:pt>
                <c:pt idx="5">
                  <c:v>3.222222</c:v>
                </c:pt>
                <c:pt idx="6">
                  <c:v>3.666667</c:v>
                </c:pt>
                <c:pt idx="7">
                  <c:v>4.111111</c:v>
                </c:pt>
                <c:pt idx="8">
                  <c:v>4.555556</c:v>
                </c:pt>
                <c:pt idx="9">
                  <c:v>5</c:v>
                </c:pt>
                <c:pt idx="10">
                  <c:v>5.444444</c:v>
                </c:pt>
                <c:pt idx="11">
                  <c:v>5.888889</c:v>
                </c:pt>
                <c:pt idx="12">
                  <c:v>6.333333</c:v>
                </c:pt>
                <c:pt idx="13">
                  <c:v>6.777778</c:v>
                </c:pt>
                <c:pt idx="14">
                  <c:v>7.222222</c:v>
                </c:pt>
                <c:pt idx="15">
                  <c:v>7.666667</c:v>
                </c:pt>
                <c:pt idx="16">
                  <c:v>8.111111</c:v>
                </c:pt>
                <c:pt idx="17">
                  <c:v>8.555556</c:v>
                </c:pt>
                <c:pt idx="18">
                  <c:v>9</c:v>
                </c:pt>
                <c:pt idx="19">
                  <c:v>9.444444</c:v>
                </c:pt>
                <c:pt idx="20">
                  <c:v>9.888889</c:v>
                </c:pt>
                <c:pt idx="21">
                  <c:v>10.333333</c:v>
                </c:pt>
                <c:pt idx="22">
                  <c:v>10.777778</c:v>
                </c:pt>
                <c:pt idx="23">
                  <c:v>11.222222</c:v>
                </c:pt>
                <c:pt idx="24">
                  <c:v>11.666667</c:v>
                </c:pt>
                <c:pt idx="25">
                  <c:v>12.111111</c:v>
                </c:pt>
                <c:pt idx="26">
                  <c:v>12.555556</c:v>
                </c:pt>
                <c:pt idx="27">
                  <c:v>13</c:v>
                </c:pt>
                <c:pt idx="28">
                  <c:v>13.444444</c:v>
                </c:pt>
                <c:pt idx="29">
                  <c:v>13.888889</c:v>
                </c:pt>
                <c:pt idx="30">
                  <c:v>14.333333</c:v>
                </c:pt>
                <c:pt idx="31">
                  <c:v>14.777778</c:v>
                </c:pt>
                <c:pt idx="32">
                  <c:v>15.222222</c:v>
                </c:pt>
                <c:pt idx="33">
                  <c:v>15.666667</c:v>
                </c:pt>
                <c:pt idx="34">
                  <c:v>16.111111</c:v>
                </c:pt>
                <c:pt idx="35">
                  <c:v>16.555556</c:v>
                </c:pt>
                <c:pt idx="36">
                  <c:v>17</c:v>
                </c:pt>
                <c:pt idx="37">
                  <c:v>17.444444</c:v>
                </c:pt>
                <c:pt idx="38">
                  <c:v>17.888889</c:v>
                </c:pt>
                <c:pt idx="39">
                  <c:v>18.333333</c:v>
                </c:pt>
                <c:pt idx="40">
                  <c:v>18.777778</c:v>
                </c:pt>
                <c:pt idx="41">
                  <c:v>19.222222</c:v>
                </c:pt>
                <c:pt idx="42">
                  <c:v>19.666667</c:v>
                </c:pt>
                <c:pt idx="43">
                  <c:v>20.111111</c:v>
                </c:pt>
                <c:pt idx="44">
                  <c:v>20.555556</c:v>
                </c:pt>
                <c:pt idx="45">
                  <c:v>21</c:v>
                </c:pt>
                <c:pt idx="46">
                  <c:v>21.444444</c:v>
                </c:pt>
                <c:pt idx="47">
                  <c:v>21.888889</c:v>
                </c:pt>
                <c:pt idx="48">
                  <c:v>22.333333</c:v>
                </c:pt>
                <c:pt idx="49">
                  <c:v>22.777778</c:v>
                </c:pt>
                <c:pt idx="50">
                  <c:v>23.222222</c:v>
                </c:pt>
                <c:pt idx="51">
                  <c:v>23.666667</c:v>
                </c:pt>
                <c:pt idx="52">
                  <c:v>24.111111</c:v>
                </c:pt>
                <c:pt idx="53">
                  <c:v>24.555556</c:v>
                </c:pt>
                <c:pt idx="54">
                  <c:v>25</c:v>
                </c:pt>
                <c:pt idx="55">
                  <c:v>25.444444</c:v>
                </c:pt>
                <c:pt idx="56">
                  <c:v>25.888889</c:v>
                </c:pt>
                <c:pt idx="57">
                  <c:v>26.333333</c:v>
                </c:pt>
                <c:pt idx="58">
                  <c:v>26.777778</c:v>
                </c:pt>
                <c:pt idx="59">
                  <c:v>27.222222</c:v>
                </c:pt>
                <c:pt idx="60">
                  <c:v>27.666667</c:v>
                </c:pt>
                <c:pt idx="61">
                  <c:v>28.111111</c:v>
                </c:pt>
                <c:pt idx="62">
                  <c:v>28.555556</c:v>
                </c:pt>
                <c:pt idx="63">
                  <c:v>29</c:v>
                </c:pt>
                <c:pt idx="64">
                  <c:v>29.444444</c:v>
                </c:pt>
                <c:pt idx="65">
                  <c:v>29.888889</c:v>
                </c:pt>
                <c:pt idx="66">
                  <c:v>30.333333</c:v>
                </c:pt>
                <c:pt idx="67">
                  <c:v>30.777778</c:v>
                </c:pt>
                <c:pt idx="68">
                  <c:v>31.222222</c:v>
                </c:pt>
                <c:pt idx="69">
                  <c:v>31.666667</c:v>
                </c:pt>
                <c:pt idx="70">
                  <c:v>32.111111</c:v>
                </c:pt>
                <c:pt idx="71">
                  <c:v>32.555556</c:v>
                </c:pt>
                <c:pt idx="72">
                  <c:v>33</c:v>
                </c:pt>
                <c:pt idx="73">
                  <c:v>33.444444</c:v>
                </c:pt>
                <c:pt idx="74">
                  <c:v>33.888889</c:v>
                </c:pt>
                <c:pt idx="75">
                  <c:v>34.333333</c:v>
                </c:pt>
                <c:pt idx="76">
                  <c:v>34.777778</c:v>
                </c:pt>
                <c:pt idx="77">
                  <c:v>35.222222</c:v>
                </c:pt>
                <c:pt idx="78">
                  <c:v>35.666667</c:v>
                </c:pt>
                <c:pt idx="79">
                  <c:v>36.111111</c:v>
                </c:pt>
                <c:pt idx="80">
                  <c:v>36.555556</c:v>
                </c:pt>
                <c:pt idx="81">
                  <c:v>37</c:v>
                </c:pt>
                <c:pt idx="82">
                  <c:v>37.444444</c:v>
                </c:pt>
                <c:pt idx="83">
                  <c:v>37.888889</c:v>
                </c:pt>
                <c:pt idx="84">
                  <c:v>38.333333</c:v>
                </c:pt>
                <c:pt idx="85">
                  <c:v>38.777778</c:v>
                </c:pt>
                <c:pt idx="86">
                  <c:v>39.222222</c:v>
                </c:pt>
                <c:pt idx="87">
                  <c:v>39.666667</c:v>
                </c:pt>
                <c:pt idx="88">
                  <c:v>40.111111</c:v>
                </c:pt>
                <c:pt idx="89">
                  <c:v>40.555556</c:v>
                </c:pt>
                <c:pt idx="90">
                  <c:v>41</c:v>
                </c:pt>
                <c:pt idx="91">
                  <c:v>41.444444</c:v>
                </c:pt>
                <c:pt idx="92">
                  <c:v>41.888889</c:v>
                </c:pt>
                <c:pt idx="93">
                  <c:v>42.333333</c:v>
                </c:pt>
                <c:pt idx="94">
                  <c:v>42.777778</c:v>
                </c:pt>
                <c:pt idx="95">
                  <c:v>43.222222</c:v>
                </c:pt>
                <c:pt idx="96">
                  <c:v>43.666667</c:v>
                </c:pt>
                <c:pt idx="97">
                  <c:v>44.111111</c:v>
                </c:pt>
                <c:pt idx="98">
                  <c:v>44.555556</c:v>
                </c:pt>
                <c:pt idx="99">
                  <c:v>45</c:v>
                </c:pt>
              </c:numCache>
            </c:numRef>
          </c:xVal>
          <c:yVal>
            <c:numRef>
              <c:f>Sheet1!$C$2:$C$101</c:f>
              <c:numCache>
                <c:formatCode>General</c:formatCode>
                <c:ptCount val="100"/>
                <c:pt idx="0">
                  <c:v>0.5</c:v>
                </c:pt>
                <c:pt idx="1">
                  <c:v>0.5</c:v>
                </c:pt>
                <c:pt idx="2">
                  <c:v>0.5</c:v>
                </c:pt>
                <c:pt idx="3">
                  <c:v>0.5</c:v>
                </c:pt>
                <c:pt idx="4">
                  <c:v>0.5</c:v>
                </c:pt>
                <c:pt idx="5">
                  <c:v>0.5</c:v>
                </c:pt>
                <c:pt idx="6">
                  <c:v>0.5</c:v>
                </c:pt>
                <c:pt idx="7">
                  <c:v>0.5</c:v>
                </c:pt>
                <c:pt idx="8">
                  <c:v>0.5</c:v>
                </c:pt>
                <c:pt idx="9">
                  <c:v>0.5</c:v>
                </c:pt>
                <c:pt idx="10">
                  <c:v>0.5</c:v>
                </c:pt>
                <c:pt idx="11">
                  <c:v>0.5</c:v>
                </c:pt>
                <c:pt idx="12">
                  <c:v>0.5</c:v>
                </c:pt>
                <c:pt idx="13">
                  <c:v>0.5</c:v>
                </c:pt>
                <c:pt idx="14">
                  <c:v>0.5</c:v>
                </c:pt>
                <c:pt idx="15">
                  <c:v>0.5</c:v>
                </c:pt>
                <c:pt idx="16">
                  <c:v>0.5</c:v>
                </c:pt>
                <c:pt idx="17">
                  <c:v>0.5</c:v>
                </c:pt>
                <c:pt idx="18">
                  <c:v>0.5</c:v>
                </c:pt>
                <c:pt idx="19">
                  <c:v>0.5</c:v>
                </c:pt>
                <c:pt idx="20">
                  <c:v>0.5</c:v>
                </c:pt>
                <c:pt idx="21">
                  <c:v>0.5</c:v>
                </c:pt>
                <c:pt idx="22">
                  <c:v>0.5</c:v>
                </c:pt>
                <c:pt idx="23">
                  <c:v>0.5</c:v>
                </c:pt>
                <c:pt idx="24">
                  <c:v>0.5</c:v>
                </c:pt>
                <c:pt idx="25">
                  <c:v>0.5</c:v>
                </c:pt>
                <c:pt idx="26">
                  <c:v>0.5</c:v>
                </c:pt>
                <c:pt idx="27">
                  <c:v>0.5</c:v>
                </c:pt>
                <c:pt idx="28">
                  <c:v>0.5</c:v>
                </c:pt>
                <c:pt idx="29">
                  <c:v>0.5</c:v>
                </c:pt>
                <c:pt idx="30">
                  <c:v>0.5</c:v>
                </c:pt>
                <c:pt idx="31">
                  <c:v>0.5</c:v>
                </c:pt>
                <c:pt idx="32">
                  <c:v>0.5</c:v>
                </c:pt>
                <c:pt idx="33">
                  <c:v>0.5</c:v>
                </c:pt>
                <c:pt idx="34">
                  <c:v>0.5</c:v>
                </c:pt>
                <c:pt idx="35">
                  <c:v>0.5</c:v>
                </c:pt>
                <c:pt idx="36">
                  <c:v>0.5</c:v>
                </c:pt>
                <c:pt idx="37">
                  <c:v>0.5</c:v>
                </c:pt>
                <c:pt idx="38">
                  <c:v>0.5</c:v>
                </c:pt>
                <c:pt idx="39">
                  <c:v>0.5</c:v>
                </c:pt>
                <c:pt idx="40">
                  <c:v>0.5</c:v>
                </c:pt>
                <c:pt idx="41">
                  <c:v>0.5</c:v>
                </c:pt>
                <c:pt idx="42">
                  <c:v>0.5</c:v>
                </c:pt>
                <c:pt idx="43">
                  <c:v>0.5</c:v>
                </c:pt>
                <c:pt idx="44">
                  <c:v>0.5</c:v>
                </c:pt>
                <c:pt idx="45">
                  <c:v>0.5</c:v>
                </c:pt>
                <c:pt idx="46">
                  <c:v>0.5</c:v>
                </c:pt>
                <c:pt idx="47">
                  <c:v>0.5</c:v>
                </c:pt>
                <c:pt idx="48">
                  <c:v>0.5</c:v>
                </c:pt>
                <c:pt idx="49">
                  <c:v>0.5</c:v>
                </c:pt>
                <c:pt idx="50">
                  <c:v>0.5</c:v>
                </c:pt>
                <c:pt idx="51">
                  <c:v>0.5</c:v>
                </c:pt>
                <c:pt idx="52">
                  <c:v>0.5</c:v>
                </c:pt>
                <c:pt idx="53">
                  <c:v>0.5</c:v>
                </c:pt>
                <c:pt idx="54">
                  <c:v>0.5</c:v>
                </c:pt>
                <c:pt idx="55">
                  <c:v>0.5</c:v>
                </c:pt>
                <c:pt idx="56">
                  <c:v>0.5</c:v>
                </c:pt>
                <c:pt idx="57">
                  <c:v>0.5</c:v>
                </c:pt>
                <c:pt idx="58">
                  <c:v>0.5</c:v>
                </c:pt>
                <c:pt idx="59">
                  <c:v>0.5</c:v>
                </c:pt>
                <c:pt idx="60">
                  <c:v>0.5</c:v>
                </c:pt>
                <c:pt idx="61">
                  <c:v>0.5</c:v>
                </c:pt>
                <c:pt idx="62">
                  <c:v>0.5</c:v>
                </c:pt>
                <c:pt idx="63">
                  <c:v>0.5</c:v>
                </c:pt>
                <c:pt idx="64">
                  <c:v>0.5</c:v>
                </c:pt>
                <c:pt idx="65">
                  <c:v>0.5</c:v>
                </c:pt>
                <c:pt idx="66">
                  <c:v>0.5</c:v>
                </c:pt>
                <c:pt idx="67">
                  <c:v>0.5</c:v>
                </c:pt>
                <c:pt idx="68">
                  <c:v>0.5</c:v>
                </c:pt>
                <c:pt idx="69">
                  <c:v>0.5</c:v>
                </c:pt>
                <c:pt idx="70">
                  <c:v>0.5</c:v>
                </c:pt>
                <c:pt idx="71">
                  <c:v>0.5</c:v>
                </c:pt>
                <c:pt idx="72">
                  <c:v>0.5</c:v>
                </c:pt>
                <c:pt idx="73">
                  <c:v>0.5</c:v>
                </c:pt>
                <c:pt idx="74">
                  <c:v>0.5</c:v>
                </c:pt>
                <c:pt idx="75">
                  <c:v>0.5</c:v>
                </c:pt>
                <c:pt idx="76">
                  <c:v>0.5</c:v>
                </c:pt>
                <c:pt idx="77">
                  <c:v>0.5</c:v>
                </c:pt>
                <c:pt idx="78">
                  <c:v>0.5</c:v>
                </c:pt>
                <c:pt idx="79">
                  <c:v>0.5</c:v>
                </c:pt>
                <c:pt idx="80">
                  <c:v>0.5</c:v>
                </c:pt>
                <c:pt idx="81">
                  <c:v>0.5</c:v>
                </c:pt>
                <c:pt idx="82">
                  <c:v>0.5</c:v>
                </c:pt>
                <c:pt idx="83">
                  <c:v>0.5</c:v>
                </c:pt>
                <c:pt idx="84">
                  <c:v>0.5</c:v>
                </c:pt>
                <c:pt idx="85">
                  <c:v>0.5</c:v>
                </c:pt>
                <c:pt idx="86">
                  <c:v>0.5</c:v>
                </c:pt>
                <c:pt idx="87">
                  <c:v>0.5</c:v>
                </c:pt>
                <c:pt idx="88">
                  <c:v>0.5</c:v>
                </c:pt>
                <c:pt idx="89">
                  <c:v>0.5</c:v>
                </c:pt>
                <c:pt idx="90">
                  <c:v>0.5</c:v>
                </c:pt>
                <c:pt idx="91">
                  <c:v>0.5</c:v>
                </c:pt>
                <c:pt idx="92">
                  <c:v>0.5</c:v>
                </c:pt>
                <c:pt idx="93">
                  <c:v>0.5</c:v>
                </c:pt>
                <c:pt idx="94">
                  <c:v>0.5</c:v>
                </c:pt>
                <c:pt idx="95">
                  <c:v>0.5</c:v>
                </c:pt>
                <c:pt idx="96">
                  <c:v>0.5</c:v>
                </c:pt>
                <c:pt idx="97">
                  <c:v>0.5</c:v>
                </c:pt>
                <c:pt idx="98">
                  <c:v>0.5</c:v>
                </c:pt>
                <c:pt idx="99">
                  <c:v>0.5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1100" b="0" i="0" u="none" strike="noStrike">
                    <a:solidFill>
                      <a:srgbClr val="B8B0AC"/>
                    </a:solidFill>
                    <a:latin typeface="Calibri"/>
                  </a:defRPr>
                </a:pPr>
                <a:r>
                  <a:rPr sz="1100" b="0" i="0" u="none" strike="noStrike">
                    <a:solidFill>
                      <a:srgbClr val="B8B0AC"/>
                    </a:solidFill>
                    <a:latin typeface="Calibri"/>
                  </a:rPr>
                  <a:t>Distance proxy (normalized pitch coordinates, not metres)</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B8B0AC"/>
                </a:solidFill>
                <a:latin typeface="Calibri"/>
              </a:defRPr>
            </a:pPr>
            <a:endParaRPr lang="en-US"/>
          </a:p>
        </c:txPr>
        <c:crossAx val="2094734552"/>
        <c:crosses val="autoZero"/>
        <c:auto val="1"/>
        <c:lblAlgn val="ctr"/>
        <c:noMultiLvlLbl val="1"/>
      </c:valAx>
      <c:valAx>
        <c:axId val="2094734552"/>
        <c:scaling>
          <c:orientation val="minMax"/>
          <c:max val="1"/>
          <c:min val="0"/>
        </c:scaling>
        <c:delete val="0"/>
        <c:axPos val="l"/>
        <c:majorGridlines>
          <c:spPr>
            <a:ln w="6350" cap="flat">
              <a:solidFill>
                <a:srgbClr val="3A3A3D"/>
              </a:solidFill>
              <a:prstDash val="solid"/>
              <a:round/>
            </a:ln>
          </c:spPr>
        </c:majorGridlines>
        <c:title>
          <c:tx>
            <c:rich>
              <a:bodyPr/>
              <a:lstStyle/>
              <a:p>
                <a:pPr>
                  <a:defRPr sz="1100" b="0" i="0" u="none" strike="noStrike">
                    <a:solidFill>
                      <a:srgbClr val="B8B0AC"/>
                    </a:solidFill>
                    <a:latin typeface="Calibri"/>
                  </a:defRPr>
                </a:pPr>
                <a:r>
                  <a:rPr sz="1100" b="0" i="0" u="none" strike="noStrike">
                    <a:solidFill>
                      <a:srgbClr val="B8B0AC"/>
                    </a:solidFill>
                    <a:latin typeface="Calibri"/>
                  </a:rPr>
                  <a:t>Goal probability</a:t>
                </a:r>
              </a:p>
            </c:rich>
          </c:tx>
          <c:layout/>
          <c:overlay val="0"/>
        </c:title>
        <c:numFmt formatCode="General" sourceLinked="0"/>
        <c:majorTickMark val="none"/>
        <c:minorTickMark val="none"/>
        <c:tickLblPos val="low"/>
        <c:spPr>
          <a:ln w="12700" cap="flat">
            <a:solidFill>
              <a:srgbClr val="888888"/>
            </a:solidFill>
            <a:prstDash val="solid"/>
            <a:round/>
          </a:ln>
        </c:spPr>
        <c:txPr>
          <a:bodyPr/>
          <a:lstStyle/>
          <a:p>
            <a:pPr>
              <a:defRPr sz="1000" b="0" i="0" u="none" strike="noStrike">
                <a:solidFill>
                  <a:srgbClr val="B8B0AC"/>
                </a:solidFill>
                <a:latin typeface="Calibri"/>
              </a:defRPr>
            </a:pPr>
            <a:endParaRPr lang="en-US"/>
          </a:p>
        </c:txPr>
        <c:crossAx val="2094734554"/>
        <c:crosses val="autoZero"/>
        <c:crossBetween val="midCat"/>
      </c:valAx>
      <c:spPr>
        <a:solidFill>
          <a:srgbClr val="0E0D10"/>
        </a:solidFill>
        <a:ln>
          <a:noFill/>
        </a:ln>
        <a:effectLst/>
      </c:spPr>
    </c:plotArea>
    <c:legend>
      <c:legendPos val="b"/>
      <c:overlay val="0"/>
      <c:txPr>
        <a:bodyPr/>
        <a:lstStyle/>
        <a:p>
          <a:pPr>
            <a:defRPr sz="1100">
              <a:solidFill>
                <a:srgbClr val="EDE3D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strCache>
            </c:strRef>
          </c:tx>
          <c:spPr>
            <a:solidFill>
              <a:srgbClr val="E87500"/>
            </a:solidFill>
            <a:ln>
              <a:noFill/>
            </a:ln>
            <a:effectLst/>
          </c:spPr>
          <c:marker>
            <c:symbol val="circle"/>
            <c:size val="5"/>
            <c:spPr>
              <a:solidFill>
                <a:srgbClr val="E87500"/>
              </a:solidFill>
              <a:ln w="9525" cap="flat">
                <a:solidFill>
                  <a:srgbClr val="E87500"/>
                </a:solidFill>
                <a:prstDash val="solid"/>
                <a:round/>
              </a:ln>
              <a:effectLst/>
            </c:spPr>
          </c:marker>
          <c:xVal>
            <c:numRef>
              <c:f>Sheet1!$A$2:$A$360</c:f>
              <c:numCache>
                <c:formatCode>General</c:formatCode>
                <c:ptCount val="359"/>
                <c:pt idx="0">
                  <c:v>1.929556</c:v>
                </c:pt>
                <c:pt idx="1">
                  <c:v>3.471871</c:v>
                </c:pt>
                <c:pt idx="2">
                  <c:v>3.015707</c:v>
                </c:pt>
                <c:pt idx="3">
                  <c:v>3.127962</c:v>
                </c:pt>
                <c:pt idx="4">
                  <c:v>2.64482</c:v>
                </c:pt>
                <c:pt idx="5">
                  <c:v>2.359459</c:v>
                </c:pt>
                <c:pt idx="6">
                  <c:v>5.213115</c:v>
                </c:pt>
                <c:pt idx="7">
                  <c:v>5.292715</c:v>
                </c:pt>
                <c:pt idx="8">
                  <c:v>4.561347</c:v>
                </c:pt>
                <c:pt idx="9">
                  <c:v>1.866667</c:v>
                </c:pt>
                <c:pt idx="10">
                  <c:v>2.61602</c:v>
                </c:pt>
                <c:pt idx="11">
                  <c:v>3.294812</c:v>
                </c:pt>
                <c:pt idx="12">
                  <c:v>1.586291</c:v>
                </c:pt>
                <c:pt idx="13">
                  <c:v>1.49685</c:v>
                </c:pt>
                <c:pt idx="14">
                  <c:v>2.055363</c:v>
                </c:pt>
                <c:pt idx="15">
                  <c:v>2.798144</c:v>
                </c:pt>
                <c:pt idx="16">
                  <c:v>2.57561</c:v>
                </c:pt>
                <c:pt idx="17">
                  <c:v>2.231156</c:v>
                </c:pt>
                <c:pt idx="18">
                  <c:v>2.358153</c:v>
                </c:pt>
                <c:pt idx="19">
                  <c:v>2.787611</c:v>
                </c:pt>
                <c:pt idx="20">
                  <c:v>1.984791</c:v>
                </c:pt>
                <c:pt idx="21">
                  <c:v>1.992757</c:v>
                </c:pt>
                <c:pt idx="22">
                  <c:v>3.466507</c:v>
                </c:pt>
                <c:pt idx="23">
                  <c:v>5.95539</c:v>
                </c:pt>
                <c:pt idx="24">
                  <c:v>2.740433</c:v>
                </c:pt>
                <c:pt idx="25">
                  <c:v>3.423913</c:v>
                </c:pt>
                <c:pt idx="26">
                  <c:v>4.038934</c:v>
                </c:pt>
                <c:pt idx="27">
                  <c:v>1.483417</c:v>
                </c:pt>
                <c:pt idx="28">
                  <c:v>2.813793</c:v>
                </c:pt>
                <c:pt idx="29">
                  <c:v>2.032258</c:v>
                </c:pt>
                <c:pt idx="30">
                  <c:v>1.926816</c:v>
                </c:pt>
                <c:pt idx="31">
                  <c:v>3.935155</c:v>
                </c:pt>
                <c:pt idx="32">
                  <c:v>1.988166</c:v>
                </c:pt>
                <c:pt idx="33">
                  <c:v>2.412943</c:v>
                </c:pt>
                <c:pt idx="34">
                  <c:v>4.721311</c:v>
                </c:pt>
                <c:pt idx="35">
                  <c:v>2.228928</c:v>
                </c:pt>
                <c:pt idx="36">
                  <c:v>4.403548</c:v>
                </c:pt>
                <c:pt idx="37">
                  <c:v>4.060976</c:v>
                </c:pt>
                <c:pt idx="38">
                  <c:v>1.860835</c:v>
                </c:pt>
                <c:pt idx="39">
                  <c:v>5.185321</c:v>
                </c:pt>
                <c:pt idx="40">
                  <c:v>1.765906</c:v>
                </c:pt>
                <c:pt idx="41">
                  <c:v>3.253644</c:v>
                </c:pt>
                <c:pt idx="42">
                  <c:v>3.377246</c:v>
                </c:pt>
                <c:pt idx="43">
                  <c:v>3.25189</c:v>
                </c:pt>
                <c:pt idx="44">
                  <c:v>2.238342</c:v>
                </c:pt>
                <c:pt idx="45">
                  <c:v>2.041791</c:v>
                </c:pt>
                <c:pt idx="46">
                  <c:v>2.928328</c:v>
                </c:pt>
                <c:pt idx="47">
                  <c:v>3.105</c:v>
                </c:pt>
                <c:pt idx="48">
                  <c:v>2.44586</c:v>
                </c:pt>
                <c:pt idx="49">
                  <c:v>1.923664</c:v>
                </c:pt>
                <c:pt idx="50">
                  <c:v>3.630252</c:v>
                </c:pt>
                <c:pt idx="51">
                  <c:v>1.338552</c:v>
                </c:pt>
                <c:pt idx="52">
                  <c:v>3.373228</c:v>
                </c:pt>
                <c:pt idx="53">
                  <c:v>2.213025</c:v>
                </c:pt>
                <c:pt idx="54">
                  <c:v>1.66296</c:v>
                </c:pt>
                <c:pt idx="55">
                  <c:v>2.283582</c:v>
                </c:pt>
                <c:pt idx="56">
                  <c:v>1.390836</c:v>
                </c:pt>
                <c:pt idx="57">
                  <c:v>4.896</c:v>
                </c:pt>
                <c:pt idx="58">
                  <c:v>1.345455</c:v>
                </c:pt>
                <c:pt idx="59">
                  <c:v>2.674003</c:v>
                </c:pt>
                <c:pt idx="60">
                  <c:v>3.71134</c:v>
                </c:pt>
                <c:pt idx="61">
                  <c:v>3.971631</c:v>
                </c:pt>
                <c:pt idx="62">
                  <c:v>2.259238</c:v>
                </c:pt>
                <c:pt idx="63">
                  <c:v>1.516854</c:v>
                </c:pt>
                <c:pt idx="64">
                  <c:v>3.70418</c:v>
                </c:pt>
                <c:pt idx="65">
                  <c:v>1.862069</c:v>
                </c:pt>
                <c:pt idx="66">
                  <c:v>4.546185</c:v>
                </c:pt>
                <c:pt idx="67">
                  <c:v>1.693632</c:v>
                </c:pt>
                <c:pt idx="68">
                  <c:v>2.946378</c:v>
                </c:pt>
                <c:pt idx="69">
                  <c:v>1.981923</c:v>
                </c:pt>
                <c:pt idx="70">
                  <c:v>3.81853</c:v>
                </c:pt>
                <c:pt idx="71">
                  <c:v>3.215777</c:v>
                </c:pt>
                <c:pt idx="72">
                  <c:v>1.876543</c:v>
                </c:pt>
                <c:pt idx="73">
                  <c:v>1.597808</c:v>
                </c:pt>
                <c:pt idx="74">
                  <c:v>2.475836</c:v>
                </c:pt>
                <c:pt idx="75">
                  <c:v>3.633645</c:v>
                </c:pt>
                <c:pt idx="76">
                  <c:v>2.148445</c:v>
                </c:pt>
                <c:pt idx="77">
                  <c:v>2.434164</c:v>
                </c:pt>
                <c:pt idx="78">
                  <c:v>3.143662</c:v>
                </c:pt>
                <c:pt idx="79">
                  <c:v>2.624631</c:v>
                </c:pt>
                <c:pt idx="80">
                  <c:v>2.514286</c:v>
                </c:pt>
                <c:pt idx="81">
                  <c:v>3.815065</c:v>
                </c:pt>
                <c:pt idx="82">
                  <c:v>4.385455</c:v>
                </c:pt>
                <c:pt idx="83">
                  <c:v>1.475936</c:v>
                </c:pt>
                <c:pt idx="84">
                  <c:v>2.286486</c:v>
                </c:pt>
                <c:pt idx="85">
                  <c:v>1.710947</c:v>
                </c:pt>
                <c:pt idx="86">
                  <c:v>2.663584</c:v>
                </c:pt>
                <c:pt idx="87">
                  <c:v>2.61185</c:v>
                </c:pt>
                <c:pt idx="88">
                  <c:v>2.733075</c:v>
                </c:pt>
                <c:pt idx="89">
                  <c:v>1.847507</c:v>
                </c:pt>
                <c:pt idx="90">
                  <c:v>2.468144</c:v>
                </c:pt>
                <c:pt idx="91">
                  <c:v>3.442864</c:v>
                </c:pt>
                <c:pt idx="92">
                  <c:v>1.950828</c:v>
                </c:pt>
                <c:pt idx="93">
                  <c:v>1.941985</c:v>
                </c:pt>
                <c:pt idx="94">
                  <c:v>3.931408</c:v>
                </c:pt>
                <c:pt idx="95">
                  <c:v>2.318049</c:v>
                </c:pt>
                <c:pt idx="96">
                  <c:v>1.823063</c:v>
                </c:pt>
                <c:pt idx="97">
                  <c:v>1.810414</c:v>
                </c:pt>
                <c:pt idx="98">
                  <c:v>1.607767</c:v>
                </c:pt>
                <c:pt idx="99">
                  <c:v>4.365904</c:v>
                </c:pt>
                <c:pt idx="100">
                  <c:v>1.758958</c:v>
                </c:pt>
                <c:pt idx="101">
                  <c:v>2.638298</c:v>
                </c:pt>
                <c:pt idx="102">
                  <c:v>1.727316</c:v>
                </c:pt>
                <c:pt idx="103">
                  <c:v>3.406542</c:v>
                </c:pt>
                <c:pt idx="104">
                  <c:v>2.02385</c:v>
                </c:pt>
                <c:pt idx="105">
                  <c:v>2.43609</c:v>
                </c:pt>
                <c:pt idx="106">
                  <c:v>1.798966</c:v>
                </c:pt>
                <c:pt idx="107">
                  <c:v>2.869565</c:v>
                </c:pt>
                <c:pt idx="108">
                  <c:v>3.090361</c:v>
                </c:pt>
                <c:pt idx="109">
                  <c:v>2.461126</c:v>
                </c:pt>
                <c:pt idx="110">
                  <c:v>1.767442</c:v>
                </c:pt>
                <c:pt idx="111">
                  <c:v>1.83855</c:v>
                </c:pt>
                <c:pt idx="112">
                  <c:v>3.087591</c:v>
                </c:pt>
                <c:pt idx="113">
                  <c:v>3.125</c:v>
                </c:pt>
                <c:pt idx="114">
                  <c:v>1.873171</c:v>
                </c:pt>
                <c:pt idx="115">
                  <c:v>2.290562</c:v>
                </c:pt>
                <c:pt idx="116">
                  <c:v>1.798514</c:v>
                </c:pt>
                <c:pt idx="117">
                  <c:v>1.845506</c:v>
                </c:pt>
                <c:pt idx="118">
                  <c:v>3.109635</c:v>
                </c:pt>
                <c:pt idx="119">
                  <c:v>2.512956</c:v>
                </c:pt>
                <c:pt idx="120">
                  <c:v>4.4098</c:v>
                </c:pt>
                <c:pt idx="121">
                  <c:v>3.325438</c:v>
                </c:pt>
                <c:pt idx="122">
                  <c:v>2.341104</c:v>
                </c:pt>
                <c:pt idx="123">
                  <c:v>2.598653</c:v>
                </c:pt>
                <c:pt idx="124">
                  <c:v>3.007688</c:v>
                </c:pt>
                <c:pt idx="125">
                  <c:v>2.643726</c:v>
                </c:pt>
                <c:pt idx="126">
                  <c:v>1.280982</c:v>
                </c:pt>
                <c:pt idx="127">
                  <c:v>3.527638</c:v>
                </c:pt>
                <c:pt idx="128">
                  <c:v>2.081633</c:v>
                </c:pt>
                <c:pt idx="129">
                  <c:v>3.327172</c:v>
                </c:pt>
                <c:pt idx="130">
                  <c:v>2.196949</c:v>
                </c:pt>
                <c:pt idx="131">
                  <c:v>2.517312</c:v>
                </c:pt>
                <c:pt idx="132">
                  <c:v>2.580964</c:v>
                </c:pt>
                <c:pt idx="133">
                  <c:v>2.446899</c:v>
                </c:pt>
                <c:pt idx="134">
                  <c:v>3.064775</c:v>
                </c:pt>
                <c:pt idx="135">
                  <c:v>2.138085</c:v>
                </c:pt>
                <c:pt idx="136">
                  <c:v>1.792358</c:v>
                </c:pt>
                <c:pt idx="137">
                  <c:v>4.089416</c:v>
                </c:pt>
                <c:pt idx="138">
                  <c:v>4.557769</c:v>
                </c:pt>
                <c:pt idx="139">
                  <c:v>2.787248</c:v>
                </c:pt>
                <c:pt idx="140">
                  <c:v>2.929655</c:v>
                </c:pt>
                <c:pt idx="141">
                  <c:v>2.174288</c:v>
                </c:pt>
                <c:pt idx="142">
                  <c:v>1.345794</c:v>
                </c:pt>
                <c:pt idx="143">
                  <c:v>3.868714</c:v>
                </c:pt>
                <c:pt idx="144">
                  <c:v>1.338462</c:v>
                </c:pt>
                <c:pt idx="145">
                  <c:v>4.993902</c:v>
                </c:pt>
                <c:pt idx="146">
                  <c:v>2.819277</c:v>
                </c:pt>
                <c:pt idx="147">
                  <c:v>3.198488</c:v>
                </c:pt>
                <c:pt idx="148">
                  <c:v>3.616071</c:v>
                </c:pt>
                <c:pt idx="149">
                  <c:v>3.514961</c:v>
                </c:pt>
                <c:pt idx="150">
                  <c:v>2.306348</c:v>
                </c:pt>
                <c:pt idx="151">
                  <c:v>1.722628</c:v>
                </c:pt>
                <c:pt idx="152">
                  <c:v>1.348468</c:v>
                </c:pt>
                <c:pt idx="153">
                  <c:v>3.390411</c:v>
                </c:pt>
                <c:pt idx="154">
                  <c:v>1.926042</c:v>
                </c:pt>
                <c:pt idx="155">
                  <c:v>9.228963</c:v>
                </c:pt>
                <c:pt idx="156">
                  <c:v>5.386162</c:v>
                </c:pt>
                <c:pt idx="157">
                  <c:v>7.377453</c:v>
                </c:pt>
                <c:pt idx="158">
                  <c:v>7.218873</c:v>
                </c:pt>
                <c:pt idx="159">
                  <c:v>7.054054</c:v>
                </c:pt>
                <c:pt idx="160">
                  <c:v>2.958904</c:v>
                </c:pt>
                <c:pt idx="161">
                  <c:v>8.005358</c:v>
                </c:pt>
                <c:pt idx="162">
                  <c:v>7.097727</c:v>
                </c:pt>
                <c:pt idx="163">
                  <c:v>10.841699</c:v>
                </c:pt>
                <c:pt idx="164">
                  <c:v>3.345395</c:v>
                </c:pt>
                <c:pt idx="165">
                  <c:v>6.267581</c:v>
                </c:pt>
                <c:pt idx="166">
                  <c:v>5.134328</c:v>
                </c:pt>
                <c:pt idx="167">
                  <c:v>7.309353</c:v>
                </c:pt>
                <c:pt idx="168">
                  <c:v>4.358824</c:v>
                </c:pt>
                <c:pt idx="169">
                  <c:v>6.698145</c:v>
                </c:pt>
                <c:pt idx="170">
                  <c:v>5.781377</c:v>
                </c:pt>
                <c:pt idx="171">
                  <c:v>2.522628</c:v>
                </c:pt>
                <c:pt idx="172">
                  <c:v>6.325879</c:v>
                </c:pt>
                <c:pt idx="173">
                  <c:v>3.370213</c:v>
                </c:pt>
                <c:pt idx="174">
                  <c:v>9.032592</c:v>
                </c:pt>
                <c:pt idx="175">
                  <c:v>2.22824</c:v>
                </c:pt>
                <c:pt idx="176">
                  <c:v>4.965517</c:v>
                </c:pt>
                <c:pt idx="177">
                  <c:v>2.177419</c:v>
                </c:pt>
                <c:pt idx="178">
                  <c:v>1.927823</c:v>
                </c:pt>
                <c:pt idx="179">
                  <c:v>2.390041</c:v>
                </c:pt>
                <c:pt idx="180">
                  <c:v>6.90085</c:v>
                </c:pt>
                <c:pt idx="181">
                  <c:v>4.015656</c:v>
                </c:pt>
                <c:pt idx="182">
                  <c:v>4.747253</c:v>
                </c:pt>
                <c:pt idx="183">
                  <c:v>5.342466</c:v>
                </c:pt>
                <c:pt idx="184">
                  <c:v>3.086601</c:v>
                </c:pt>
                <c:pt idx="185">
                  <c:v>4.093294</c:v>
                </c:pt>
                <c:pt idx="186">
                  <c:v>2.837257</c:v>
                </c:pt>
                <c:pt idx="187">
                  <c:v>2.222985</c:v>
                </c:pt>
                <c:pt idx="188">
                  <c:v>7.07604</c:v>
                </c:pt>
                <c:pt idx="189">
                  <c:v>5.269122</c:v>
                </c:pt>
                <c:pt idx="190">
                  <c:v>3.662957</c:v>
                </c:pt>
                <c:pt idx="191">
                  <c:v>8.05618</c:v>
                </c:pt>
                <c:pt idx="192">
                  <c:v>1.756098</c:v>
                </c:pt>
                <c:pt idx="193">
                  <c:v>8.042553</c:v>
                </c:pt>
                <c:pt idx="194">
                  <c:v>5.946903</c:v>
                </c:pt>
                <c:pt idx="195">
                  <c:v>2.527347</c:v>
                </c:pt>
                <c:pt idx="196">
                  <c:v>6.707224</c:v>
                </c:pt>
                <c:pt idx="197">
                  <c:v>3.11811</c:v>
                </c:pt>
                <c:pt idx="198">
                  <c:v>3.642646</c:v>
                </c:pt>
                <c:pt idx="199">
                  <c:v>5.987903</c:v>
                </c:pt>
                <c:pt idx="200">
                  <c:v>4.300885</c:v>
                </c:pt>
                <c:pt idx="201">
                  <c:v>7.321429</c:v>
                </c:pt>
                <c:pt idx="202">
                  <c:v>2.548673</c:v>
                </c:pt>
                <c:pt idx="203">
                  <c:v>6.798635</c:v>
                </c:pt>
                <c:pt idx="204">
                  <c:v>4.227666</c:v>
                </c:pt>
                <c:pt idx="205">
                  <c:v>6.515337</c:v>
                </c:pt>
                <c:pt idx="206">
                  <c:v>3.138462</c:v>
                </c:pt>
                <c:pt idx="207">
                  <c:v>4.337987</c:v>
                </c:pt>
                <c:pt idx="208">
                  <c:v>1.895522</c:v>
                </c:pt>
                <c:pt idx="209">
                  <c:v>2.41519</c:v>
                </c:pt>
                <c:pt idx="210">
                  <c:v>3.314079</c:v>
                </c:pt>
                <c:pt idx="211">
                  <c:v>3.23029</c:v>
                </c:pt>
                <c:pt idx="212">
                  <c:v>3.500766</c:v>
                </c:pt>
                <c:pt idx="213">
                  <c:v>3.545354</c:v>
                </c:pt>
                <c:pt idx="214">
                  <c:v>0.986667</c:v>
                </c:pt>
                <c:pt idx="215">
                  <c:v>2.161417</c:v>
                </c:pt>
                <c:pt idx="216">
                  <c:v>2.942051</c:v>
                </c:pt>
                <c:pt idx="217">
                  <c:v>3.617225</c:v>
                </c:pt>
                <c:pt idx="218">
                  <c:v>1.621622</c:v>
                </c:pt>
                <c:pt idx="219">
                  <c:v>1.418856</c:v>
                </c:pt>
                <c:pt idx="220">
                  <c:v>2.020619</c:v>
                </c:pt>
                <c:pt idx="221">
                  <c:v>2.443769</c:v>
                </c:pt>
                <c:pt idx="222">
                  <c:v>1.912088</c:v>
                </c:pt>
                <c:pt idx="223">
                  <c:v>1.740701</c:v>
                </c:pt>
                <c:pt idx="224">
                  <c:v>5.214629</c:v>
                </c:pt>
                <c:pt idx="225">
                  <c:v>2.451155</c:v>
                </c:pt>
                <c:pt idx="226">
                  <c:v>1.731602</c:v>
                </c:pt>
                <c:pt idx="227">
                  <c:v>3.461014</c:v>
                </c:pt>
                <c:pt idx="228">
                  <c:v>3.066841</c:v>
                </c:pt>
                <c:pt idx="229">
                  <c:v>4.01005</c:v>
                </c:pt>
                <c:pt idx="230">
                  <c:v>8.266121</c:v>
                </c:pt>
                <c:pt idx="231">
                  <c:v>1.459716</c:v>
                </c:pt>
                <c:pt idx="232">
                  <c:v>1.946781</c:v>
                </c:pt>
                <c:pt idx="233">
                  <c:v>1.174468</c:v>
                </c:pt>
                <c:pt idx="234">
                  <c:v>1.866221</c:v>
                </c:pt>
                <c:pt idx="235">
                  <c:v>1.180328</c:v>
                </c:pt>
                <c:pt idx="236">
                  <c:v>4.144099</c:v>
                </c:pt>
                <c:pt idx="237">
                  <c:v>3.097091</c:v>
                </c:pt>
                <c:pt idx="238">
                  <c:v>1.8</c:v>
                </c:pt>
                <c:pt idx="239">
                  <c:v>4.567691</c:v>
                </c:pt>
                <c:pt idx="240">
                  <c:v>3.565859</c:v>
                </c:pt>
                <c:pt idx="241">
                  <c:v>1.88392</c:v>
                </c:pt>
                <c:pt idx="242">
                  <c:v>1.997294</c:v>
                </c:pt>
                <c:pt idx="243">
                  <c:v>1.530612</c:v>
                </c:pt>
                <c:pt idx="244">
                  <c:v>2.424597</c:v>
                </c:pt>
                <c:pt idx="245">
                  <c:v>2.284768</c:v>
                </c:pt>
                <c:pt idx="246">
                  <c:v>2.502128</c:v>
                </c:pt>
                <c:pt idx="247">
                  <c:v>1.105173</c:v>
                </c:pt>
                <c:pt idx="248">
                  <c:v>1.817162</c:v>
                </c:pt>
                <c:pt idx="249">
                  <c:v>2.461731</c:v>
                </c:pt>
                <c:pt idx="250">
                  <c:v>2.968685</c:v>
                </c:pt>
                <c:pt idx="251">
                  <c:v>0.845953</c:v>
                </c:pt>
                <c:pt idx="252">
                  <c:v>1.699301</c:v>
                </c:pt>
                <c:pt idx="253">
                  <c:v>1.348468</c:v>
                </c:pt>
                <c:pt idx="254">
                  <c:v>2.170335</c:v>
                </c:pt>
                <c:pt idx="255">
                  <c:v>2.150246</c:v>
                </c:pt>
                <c:pt idx="256">
                  <c:v>1.896085</c:v>
                </c:pt>
                <c:pt idx="257">
                  <c:v>2.600881</c:v>
                </c:pt>
                <c:pt idx="258">
                  <c:v>2</c:v>
                </c:pt>
                <c:pt idx="259">
                  <c:v>3.762247</c:v>
                </c:pt>
                <c:pt idx="260">
                  <c:v>2.340702</c:v>
                </c:pt>
                <c:pt idx="261">
                  <c:v>3.315276</c:v>
                </c:pt>
                <c:pt idx="262">
                  <c:v>1.5053</c:v>
                </c:pt>
                <c:pt idx="263">
                  <c:v>1.785124</c:v>
                </c:pt>
                <c:pt idx="264">
                  <c:v>1.451613</c:v>
                </c:pt>
                <c:pt idx="265">
                  <c:v>2.983838</c:v>
                </c:pt>
                <c:pt idx="266">
                  <c:v>2.981408</c:v>
                </c:pt>
                <c:pt idx="267">
                  <c:v>2.079248</c:v>
                </c:pt>
                <c:pt idx="268">
                  <c:v>1.669243</c:v>
                </c:pt>
                <c:pt idx="269">
                  <c:v>2.725552</c:v>
                </c:pt>
                <c:pt idx="270">
                  <c:v>4.690442</c:v>
                </c:pt>
                <c:pt idx="271">
                  <c:v>8.454545</c:v>
                </c:pt>
                <c:pt idx="272">
                  <c:v>4.877419</c:v>
                </c:pt>
                <c:pt idx="273">
                  <c:v>4.470842</c:v>
                </c:pt>
                <c:pt idx="274">
                  <c:v>5.638017</c:v>
                </c:pt>
                <c:pt idx="275">
                  <c:v>5.060434</c:v>
                </c:pt>
                <c:pt idx="276">
                  <c:v>8.952612</c:v>
                </c:pt>
                <c:pt idx="277">
                  <c:v>3.77431</c:v>
                </c:pt>
                <c:pt idx="278">
                  <c:v>5.253673</c:v>
                </c:pt>
                <c:pt idx="279">
                  <c:v>5.305076</c:v>
                </c:pt>
                <c:pt idx="280">
                  <c:v>6.095657</c:v>
                </c:pt>
                <c:pt idx="281">
                  <c:v>3.76834</c:v>
                </c:pt>
                <c:pt idx="282">
                  <c:v>2.775296</c:v>
                </c:pt>
                <c:pt idx="283">
                  <c:v>5.392877</c:v>
                </c:pt>
                <c:pt idx="284">
                  <c:v>7.091121</c:v>
                </c:pt>
                <c:pt idx="285">
                  <c:v>7.064516</c:v>
                </c:pt>
                <c:pt idx="286">
                  <c:v>5.085688</c:v>
                </c:pt>
                <c:pt idx="287">
                  <c:v>5.921615</c:v>
                </c:pt>
                <c:pt idx="288">
                  <c:v>6.86631</c:v>
                </c:pt>
                <c:pt idx="289">
                  <c:v>6.364844</c:v>
                </c:pt>
                <c:pt idx="290">
                  <c:v>2.9869</c:v>
                </c:pt>
                <c:pt idx="291">
                  <c:v>7.894267</c:v>
                </c:pt>
                <c:pt idx="292">
                  <c:v>6.65993</c:v>
                </c:pt>
                <c:pt idx="293">
                  <c:v>7.058256</c:v>
                </c:pt>
                <c:pt idx="294">
                  <c:v>3.701915</c:v>
                </c:pt>
                <c:pt idx="295">
                  <c:v>6.018321</c:v>
                </c:pt>
                <c:pt idx="296">
                  <c:v>5.655172</c:v>
                </c:pt>
                <c:pt idx="297">
                  <c:v>4.045872</c:v>
                </c:pt>
                <c:pt idx="298">
                  <c:v>5.063882</c:v>
                </c:pt>
                <c:pt idx="299">
                  <c:v>6.032337</c:v>
                </c:pt>
                <c:pt idx="300">
                  <c:v>5.702521</c:v>
                </c:pt>
                <c:pt idx="301">
                  <c:v>8.020408</c:v>
                </c:pt>
                <c:pt idx="302">
                  <c:v>9.312386</c:v>
                </c:pt>
                <c:pt idx="303">
                  <c:v>4.671635</c:v>
                </c:pt>
                <c:pt idx="304">
                  <c:v>6.949693</c:v>
                </c:pt>
                <c:pt idx="305">
                  <c:v>3.36</c:v>
                </c:pt>
                <c:pt idx="306">
                  <c:v>6.979887</c:v>
                </c:pt>
                <c:pt idx="307">
                  <c:v>3.770228</c:v>
                </c:pt>
                <c:pt idx="308">
                  <c:v>4.628571</c:v>
                </c:pt>
                <c:pt idx="309">
                  <c:v>6.496046</c:v>
                </c:pt>
                <c:pt idx="310">
                  <c:v>6.166667</c:v>
                </c:pt>
                <c:pt idx="311">
                  <c:v>6.208076</c:v>
                </c:pt>
                <c:pt idx="312">
                  <c:v>3.827498</c:v>
                </c:pt>
                <c:pt idx="313">
                  <c:v>6.846464</c:v>
                </c:pt>
                <c:pt idx="314">
                  <c:v>3.290732</c:v>
                </c:pt>
                <c:pt idx="315">
                  <c:v>7.424275</c:v>
                </c:pt>
                <c:pt idx="316">
                  <c:v>9.411585</c:v>
                </c:pt>
                <c:pt idx="317">
                  <c:v>4.94864</c:v>
                </c:pt>
                <c:pt idx="318">
                  <c:v>5.65927</c:v>
                </c:pt>
                <c:pt idx="319">
                  <c:v>7.107791</c:v>
                </c:pt>
                <c:pt idx="320">
                  <c:v>5.738046</c:v>
                </c:pt>
                <c:pt idx="321">
                  <c:v>2.172244</c:v>
                </c:pt>
                <c:pt idx="322">
                  <c:v>5.549095</c:v>
                </c:pt>
                <c:pt idx="323">
                  <c:v>6.17378</c:v>
                </c:pt>
                <c:pt idx="324">
                  <c:v>6.648023</c:v>
                </c:pt>
                <c:pt idx="325">
                  <c:v>10.829721</c:v>
                </c:pt>
                <c:pt idx="326">
                  <c:v>5.263427</c:v>
                </c:pt>
                <c:pt idx="327">
                  <c:v>2.610169</c:v>
                </c:pt>
                <c:pt idx="328">
                  <c:v>6.554424</c:v>
                </c:pt>
                <c:pt idx="329">
                  <c:v>5.799116</c:v>
                </c:pt>
                <c:pt idx="330">
                  <c:v>3.780196</c:v>
                </c:pt>
                <c:pt idx="331">
                  <c:v>5.733937</c:v>
                </c:pt>
                <c:pt idx="332">
                  <c:v>4.437917</c:v>
                </c:pt>
                <c:pt idx="333">
                  <c:v>5.060743</c:v>
                </c:pt>
                <c:pt idx="334">
                  <c:v>5.99698</c:v>
                </c:pt>
                <c:pt idx="335">
                  <c:v>4.806818</c:v>
                </c:pt>
                <c:pt idx="336">
                  <c:v>7.067368</c:v>
                </c:pt>
                <c:pt idx="337">
                  <c:v>6.333996</c:v>
                </c:pt>
                <c:pt idx="338">
                  <c:v>12.161725</c:v>
                </c:pt>
                <c:pt idx="339">
                  <c:v>4.366762</c:v>
                </c:pt>
                <c:pt idx="340">
                  <c:v>5.940549</c:v>
                </c:pt>
                <c:pt idx="341">
                  <c:v>6.288675</c:v>
                </c:pt>
                <c:pt idx="342">
                  <c:v>8.05012</c:v>
                </c:pt>
                <c:pt idx="343">
                  <c:v>3.337518</c:v>
                </c:pt>
                <c:pt idx="344">
                  <c:v>5.54539</c:v>
                </c:pt>
                <c:pt idx="345">
                  <c:v>4.673267</c:v>
                </c:pt>
                <c:pt idx="346">
                  <c:v>8.898876</c:v>
                </c:pt>
                <c:pt idx="347">
                  <c:v>6.234733</c:v>
                </c:pt>
                <c:pt idx="348">
                  <c:v>4.797839</c:v>
                </c:pt>
                <c:pt idx="349">
                  <c:v>5.902222</c:v>
                </c:pt>
                <c:pt idx="350">
                  <c:v>4.029231</c:v>
                </c:pt>
                <c:pt idx="351">
                  <c:v>4.140231</c:v>
                </c:pt>
                <c:pt idx="352">
                  <c:v>6.211503</c:v>
                </c:pt>
                <c:pt idx="353">
                  <c:v>5.207547</c:v>
                </c:pt>
                <c:pt idx="354">
                  <c:v>5.254054</c:v>
                </c:pt>
                <c:pt idx="355">
                  <c:v>6.853258</c:v>
                </c:pt>
                <c:pt idx="356">
                  <c:v>3.959637</c:v>
                </c:pt>
                <c:pt idx="357">
                  <c:v>5.479024</c:v>
                </c:pt>
                <c:pt idx="358">
                  <c:v>6.913433</c:v>
                </c:pt>
              </c:numCache>
            </c:numRef>
          </c:xVal>
          <c:yVal>
            <c:numRef>
              <c:f>Sheet1!$B$2:$B$360</c:f>
              <c:numCache>
                <c:formatCode>General</c:formatCode>
                <c:ptCount val="359"/>
                <c:pt idx="0">
                  <c:v>4.906585</c:v>
                </c:pt>
                <c:pt idx="1">
                  <c:v>8.535017</c:v>
                </c:pt>
                <c:pt idx="2">
                  <c:v>5.842932</c:v>
                </c:pt>
                <c:pt idx="3">
                  <c:v>6.14218</c:v>
                </c:pt>
                <c:pt idx="4">
                  <c:v>2.321353</c:v>
                </c:pt>
                <c:pt idx="5">
                  <c:v>3.697297</c:v>
                </c:pt>
                <c:pt idx="6">
                  <c:v>5.877049</c:v>
                </c:pt>
                <c:pt idx="7">
                  <c:v>5.928477</c:v>
                </c:pt>
                <c:pt idx="8">
                  <c:v>5.225341</c:v>
                </c:pt>
                <c:pt idx="9">
                  <c:v>3.253333</c:v>
                </c:pt>
                <c:pt idx="10">
                  <c:v>4.459125</c:v>
                </c:pt>
                <c:pt idx="11">
                  <c:v>6.878111</c:v>
                </c:pt>
                <c:pt idx="12">
                  <c:v>5.904529</c:v>
                </c:pt>
                <c:pt idx="13">
                  <c:v>3.764805</c:v>
                </c:pt>
                <c:pt idx="14">
                  <c:v>5.013841</c:v>
                </c:pt>
                <c:pt idx="15">
                  <c:v>2.965197</c:v>
                </c:pt>
                <c:pt idx="16">
                  <c:v>3.980488</c:v>
                </c:pt>
                <c:pt idx="17">
                  <c:v>7.537688</c:v>
                </c:pt>
                <c:pt idx="18">
                  <c:v>4.309142</c:v>
                </c:pt>
                <c:pt idx="19">
                  <c:v>2.349558</c:v>
                </c:pt>
                <c:pt idx="20">
                  <c:v>7.425856</c:v>
                </c:pt>
                <c:pt idx="21">
                  <c:v>5.903777</c:v>
                </c:pt>
                <c:pt idx="22">
                  <c:v>5.145933</c:v>
                </c:pt>
                <c:pt idx="23">
                  <c:v>3.429368</c:v>
                </c:pt>
                <c:pt idx="24">
                  <c:v>2.740433</c:v>
                </c:pt>
                <c:pt idx="25">
                  <c:v>3.945652</c:v>
                </c:pt>
                <c:pt idx="26">
                  <c:v>6.952869</c:v>
                </c:pt>
                <c:pt idx="27">
                  <c:v>3.527638</c:v>
                </c:pt>
                <c:pt idx="28">
                  <c:v>5.917241</c:v>
                </c:pt>
                <c:pt idx="29">
                  <c:v>3.927894</c:v>
                </c:pt>
                <c:pt idx="30">
                  <c:v>5.465866</c:v>
                </c:pt>
                <c:pt idx="31">
                  <c:v>4.48541</c:v>
                </c:pt>
                <c:pt idx="32">
                  <c:v>4.118343</c:v>
                </c:pt>
                <c:pt idx="33">
                  <c:v>2.523883</c:v>
                </c:pt>
                <c:pt idx="34">
                  <c:v>9.278689</c:v>
                </c:pt>
                <c:pt idx="35">
                  <c:v>6.012487</c:v>
                </c:pt>
                <c:pt idx="36">
                  <c:v>8.980044</c:v>
                </c:pt>
                <c:pt idx="37">
                  <c:v>7.385017</c:v>
                </c:pt>
                <c:pt idx="38">
                  <c:v>10.860835</c:v>
                </c:pt>
                <c:pt idx="39">
                  <c:v>4.921101</c:v>
                </c:pt>
                <c:pt idx="40">
                  <c:v>5.962118</c:v>
                </c:pt>
                <c:pt idx="41">
                  <c:v>7.311953</c:v>
                </c:pt>
                <c:pt idx="42">
                  <c:v>2.155689</c:v>
                </c:pt>
                <c:pt idx="43">
                  <c:v>4.226025</c:v>
                </c:pt>
                <c:pt idx="44">
                  <c:v>7.989637</c:v>
                </c:pt>
                <c:pt idx="45">
                  <c:v>5.910448</c:v>
                </c:pt>
                <c:pt idx="46">
                  <c:v>5.754266</c:v>
                </c:pt>
                <c:pt idx="47">
                  <c:v>5.6475</c:v>
                </c:pt>
                <c:pt idx="48">
                  <c:v>8.840764</c:v>
                </c:pt>
                <c:pt idx="49">
                  <c:v>3.97665</c:v>
                </c:pt>
                <c:pt idx="50">
                  <c:v>3.271008</c:v>
                </c:pt>
                <c:pt idx="51">
                  <c:v>6.763209</c:v>
                </c:pt>
                <c:pt idx="52">
                  <c:v>5.102362</c:v>
                </c:pt>
                <c:pt idx="53">
                  <c:v>5.39014</c:v>
                </c:pt>
                <c:pt idx="54">
                  <c:v>4.465355</c:v>
                </c:pt>
                <c:pt idx="55">
                  <c:v>4.8742</c:v>
                </c:pt>
                <c:pt idx="56">
                  <c:v>7.051213</c:v>
                </c:pt>
                <c:pt idx="57">
                  <c:v>4.068</c:v>
                </c:pt>
                <c:pt idx="58">
                  <c:v>3.345455</c:v>
                </c:pt>
                <c:pt idx="59">
                  <c:v>3.070151</c:v>
                </c:pt>
                <c:pt idx="60">
                  <c:v>4.639175</c:v>
                </c:pt>
                <c:pt idx="61">
                  <c:v>3.489362</c:v>
                </c:pt>
                <c:pt idx="62">
                  <c:v>4.391789</c:v>
                </c:pt>
                <c:pt idx="63">
                  <c:v>5.05618</c:v>
                </c:pt>
                <c:pt idx="64">
                  <c:v>5.4791</c:v>
                </c:pt>
                <c:pt idx="65">
                  <c:v>4.751486</c:v>
                </c:pt>
                <c:pt idx="66">
                  <c:v>5.429719</c:v>
                </c:pt>
                <c:pt idx="67">
                  <c:v>5.700516</c:v>
                </c:pt>
                <c:pt idx="68">
                  <c:v>5.38476</c:v>
                </c:pt>
                <c:pt idx="69">
                  <c:v>7.395234</c:v>
                </c:pt>
                <c:pt idx="70">
                  <c:v>5.152716</c:v>
                </c:pt>
                <c:pt idx="71">
                  <c:v>7.030162</c:v>
                </c:pt>
                <c:pt idx="72">
                  <c:v>3.654321</c:v>
                </c:pt>
                <c:pt idx="73">
                  <c:v>5.799452</c:v>
                </c:pt>
                <c:pt idx="74">
                  <c:v>5.286245</c:v>
                </c:pt>
                <c:pt idx="75">
                  <c:v>4.037383</c:v>
                </c:pt>
                <c:pt idx="76">
                  <c:v>3.394183</c:v>
                </c:pt>
                <c:pt idx="77">
                  <c:v>9.762278</c:v>
                </c:pt>
                <c:pt idx="78">
                  <c:v>7.55493</c:v>
                </c:pt>
                <c:pt idx="79">
                  <c:v>4.504433</c:v>
                </c:pt>
                <c:pt idx="80">
                  <c:v>9.142857</c:v>
                </c:pt>
                <c:pt idx="81">
                  <c:v>3.123117</c:v>
                </c:pt>
                <c:pt idx="82">
                  <c:v>3.109091</c:v>
                </c:pt>
                <c:pt idx="83">
                  <c:v>4.812834</c:v>
                </c:pt>
                <c:pt idx="84">
                  <c:v>6.664865</c:v>
                </c:pt>
                <c:pt idx="85">
                  <c:v>7.923646</c:v>
                </c:pt>
                <c:pt idx="86">
                  <c:v>6.65896</c:v>
                </c:pt>
                <c:pt idx="87">
                  <c:v>6.26844</c:v>
                </c:pt>
                <c:pt idx="88">
                  <c:v>3.916828</c:v>
                </c:pt>
                <c:pt idx="89">
                  <c:v>5.542522</c:v>
                </c:pt>
                <c:pt idx="90">
                  <c:v>4.487535</c:v>
                </c:pt>
                <c:pt idx="91">
                  <c:v>6.656204</c:v>
                </c:pt>
                <c:pt idx="92">
                  <c:v>4.967386</c:v>
                </c:pt>
                <c:pt idx="93">
                  <c:v>7.749618</c:v>
                </c:pt>
                <c:pt idx="94">
                  <c:v>3.509025</c:v>
                </c:pt>
                <c:pt idx="95">
                  <c:v>3.512195</c:v>
                </c:pt>
                <c:pt idx="96">
                  <c:v>4.744356</c:v>
                </c:pt>
                <c:pt idx="97">
                  <c:v>4.550067</c:v>
                </c:pt>
                <c:pt idx="98">
                  <c:v>7.182524</c:v>
                </c:pt>
                <c:pt idx="99">
                  <c:v>7.234927</c:v>
                </c:pt>
                <c:pt idx="100">
                  <c:v>3.752443</c:v>
                </c:pt>
                <c:pt idx="101">
                  <c:v>5.957447</c:v>
                </c:pt>
                <c:pt idx="102">
                  <c:v>3.830879</c:v>
                </c:pt>
                <c:pt idx="103">
                  <c:v>8.158879</c:v>
                </c:pt>
                <c:pt idx="104">
                  <c:v>5.09029</c:v>
                </c:pt>
                <c:pt idx="105">
                  <c:v>7.091729</c:v>
                </c:pt>
                <c:pt idx="106">
                  <c:v>7.092476</c:v>
                </c:pt>
                <c:pt idx="107">
                  <c:v>6.652174</c:v>
                </c:pt>
                <c:pt idx="108">
                  <c:v>2.710843</c:v>
                </c:pt>
                <c:pt idx="109">
                  <c:v>6.321716</c:v>
                </c:pt>
                <c:pt idx="110">
                  <c:v>6.077519</c:v>
                </c:pt>
                <c:pt idx="111">
                  <c:v>5.812191</c:v>
                </c:pt>
                <c:pt idx="112">
                  <c:v>4.007299</c:v>
                </c:pt>
                <c:pt idx="113">
                  <c:v>7.0625</c:v>
                </c:pt>
                <c:pt idx="114">
                  <c:v>4.214634</c:v>
                </c:pt>
                <c:pt idx="115">
                  <c:v>5.420997</c:v>
                </c:pt>
                <c:pt idx="116">
                  <c:v>9.156069</c:v>
                </c:pt>
                <c:pt idx="117">
                  <c:v>7.710674</c:v>
                </c:pt>
                <c:pt idx="118">
                  <c:v>4.401329</c:v>
                </c:pt>
                <c:pt idx="119">
                  <c:v>3.921735</c:v>
                </c:pt>
                <c:pt idx="120">
                  <c:v>9.380846</c:v>
                </c:pt>
                <c:pt idx="121">
                  <c:v>4.860256</c:v>
                </c:pt>
                <c:pt idx="122">
                  <c:v>3.931288</c:v>
                </c:pt>
                <c:pt idx="123">
                  <c:v>6.236766</c:v>
                </c:pt>
                <c:pt idx="124">
                  <c:v>6.550487</c:v>
                </c:pt>
                <c:pt idx="125">
                  <c:v>4.758708</c:v>
                </c:pt>
                <c:pt idx="126">
                  <c:v>3.710429</c:v>
                </c:pt>
                <c:pt idx="127">
                  <c:v>3.346734</c:v>
                </c:pt>
                <c:pt idx="128">
                  <c:v>4.163265</c:v>
                </c:pt>
                <c:pt idx="129">
                  <c:v>3.460259</c:v>
                </c:pt>
                <c:pt idx="130">
                  <c:v>5.292649</c:v>
                </c:pt>
                <c:pt idx="131">
                  <c:v>5.034623</c:v>
                </c:pt>
                <c:pt idx="132">
                  <c:v>5.695921</c:v>
                </c:pt>
                <c:pt idx="133">
                  <c:v>6.453696</c:v>
                </c:pt>
                <c:pt idx="134">
                  <c:v>7.817397</c:v>
                </c:pt>
                <c:pt idx="135">
                  <c:v>5.986637</c:v>
                </c:pt>
                <c:pt idx="136">
                  <c:v>5.835585</c:v>
                </c:pt>
                <c:pt idx="137">
                  <c:v>7.817518</c:v>
                </c:pt>
                <c:pt idx="138">
                  <c:v>8.605578</c:v>
                </c:pt>
                <c:pt idx="139">
                  <c:v>5.480807</c:v>
                </c:pt>
                <c:pt idx="140">
                  <c:v>3.575172</c:v>
                </c:pt>
                <c:pt idx="141">
                  <c:v>4.597066</c:v>
                </c:pt>
                <c:pt idx="142">
                  <c:v>7.780374</c:v>
                </c:pt>
                <c:pt idx="143">
                  <c:v>9.300159</c:v>
                </c:pt>
                <c:pt idx="144">
                  <c:v>6.738462</c:v>
                </c:pt>
                <c:pt idx="145">
                  <c:v>7.810976</c:v>
                </c:pt>
                <c:pt idx="146">
                  <c:v>4.306368</c:v>
                </c:pt>
                <c:pt idx="147">
                  <c:v>5.444234</c:v>
                </c:pt>
                <c:pt idx="148">
                  <c:v>7.714286</c:v>
                </c:pt>
                <c:pt idx="149">
                  <c:v>5.215748</c:v>
                </c:pt>
                <c:pt idx="150">
                  <c:v>5.367501</c:v>
                </c:pt>
                <c:pt idx="151">
                  <c:v>5.722628</c:v>
                </c:pt>
                <c:pt idx="152">
                  <c:v>7.355278</c:v>
                </c:pt>
                <c:pt idx="153">
                  <c:v>6.287671</c:v>
                </c:pt>
                <c:pt idx="154">
                  <c:v>3.738788</c:v>
                </c:pt>
              </c:numCache>
            </c:numRef>
          </c:yVal>
          <c:smooth val="0"/>
        </c:ser>
        <c:ser>
          <c:idx val="1"/>
          <c:order val="1"/>
          <c:tx>
            <c:strRef>
              <c:f>Sheet1!$C$1</c:f>
              <c:strCache>
                <c:ptCount val="1"/>
              </c:strCache>
            </c:strRef>
          </c:tx>
          <c:spPr>
            <a:solidFill>
              <a:srgbClr val="6FD8B0"/>
            </a:solidFill>
            <a:ln>
              <a:noFill/>
            </a:ln>
            <a:effectLst/>
          </c:spPr>
          <c:marker>
            <c:symbol val="circle"/>
            <c:size val="5"/>
            <c:spPr>
              <a:solidFill>
                <a:srgbClr val="6FD8B0"/>
              </a:solidFill>
              <a:ln w="9525" cap="flat">
                <a:solidFill>
                  <a:srgbClr val="6FD8B0"/>
                </a:solidFill>
                <a:prstDash val="solid"/>
                <a:round/>
              </a:ln>
              <a:effectLst/>
            </c:spPr>
          </c:marker>
          <c:xVal>
            <c:numRef>
              <c:f>Sheet1!$A$2:$A$360</c:f>
              <c:numCache>
                <c:formatCode>General</c:formatCode>
                <c:ptCount val="359"/>
                <c:pt idx="0">
                  <c:v>1.929556</c:v>
                </c:pt>
                <c:pt idx="1">
                  <c:v>3.471871</c:v>
                </c:pt>
                <c:pt idx="2">
                  <c:v>3.015707</c:v>
                </c:pt>
                <c:pt idx="3">
                  <c:v>3.127962</c:v>
                </c:pt>
                <c:pt idx="4">
                  <c:v>2.64482</c:v>
                </c:pt>
                <c:pt idx="5">
                  <c:v>2.359459</c:v>
                </c:pt>
                <c:pt idx="6">
                  <c:v>5.213115</c:v>
                </c:pt>
                <c:pt idx="7">
                  <c:v>5.292715</c:v>
                </c:pt>
                <c:pt idx="8">
                  <c:v>4.561347</c:v>
                </c:pt>
                <c:pt idx="9">
                  <c:v>1.866667</c:v>
                </c:pt>
                <c:pt idx="10">
                  <c:v>2.61602</c:v>
                </c:pt>
                <c:pt idx="11">
                  <c:v>3.294812</c:v>
                </c:pt>
                <c:pt idx="12">
                  <c:v>1.586291</c:v>
                </c:pt>
                <c:pt idx="13">
                  <c:v>1.49685</c:v>
                </c:pt>
                <c:pt idx="14">
                  <c:v>2.055363</c:v>
                </c:pt>
                <c:pt idx="15">
                  <c:v>2.798144</c:v>
                </c:pt>
                <c:pt idx="16">
                  <c:v>2.57561</c:v>
                </c:pt>
                <c:pt idx="17">
                  <c:v>2.231156</c:v>
                </c:pt>
                <c:pt idx="18">
                  <c:v>2.358153</c:v>
                </c:pt>
                <c:pt idx="19">
                  <c:v>2.787611</c:v>
                </c:pt>
                <c:pt idx="20">
                  <c:v>1.984791</c:v>
                </c:pt>
                <c:pt idx="21">
                  <c:v>1.992757</c:v>
                </c:pt>
                <c:pt idx="22">
                  <c:v>3.466507</c:v>
                </c:pt>
                <c:pt idx="23">
                  <c:v>5.95539</c:v>
                </c:pt>
                <c:pt idx="24">
                  <c:v>2.740433</c:v>
                </c:pt>
                <c:pt idx="25">
                  <c:v>3.423913</c:v>
                </c:pt>
                <c:pt idx="26">
                  <c:v>4.038934</c:v>
                </c:pt>
                <c:pt idx="27">
                  <c:v>1.483417</c:v>
                </c:pt>
                <c:pt idx="28">
                  <c:v>2.813793</c:v>
                </c:pt>
                <c:pt idx="29">
                  <c:v>2.032258</c:v>
                </c:pt>
                <c:pt idx="30">
                  <c:v>1.926816</c:v>
                </c:pt>
                <c:pt idx="31">
                  <c:v>3.935155</c:v>
                </c:pt>
                <c:pt idx="32">
                  <c:v>1.988166</c:v>
                </c:pt>
                <c:pt idx="33">
                  <c:v>2.412943</c:v>
                </c:pt>
                <c:pt idx="34">
                  <c:v>4.721311</c:v>
                </c:pt>
                <c:pt idx="35">
                  <c:v>2.228928</c:v>
                </c:pt>
                <c:pt idx="36">
                  <c:v>4.403548</c:v>
                </c:pt>
                <c:pt idx="37">
                  <c:v>4.060976</c:v>
                </c:pt>
                <c:pt idx="38">
                  <c:v>1.860835</c:v>
                </c:pt>
                <c:pt idx="39">
                  <c:v>5.185321</c:v>
                </c:pt>
                <c:pt idx="40">
                  <c:v>1.765906</c:v>
                </c:pt>
                <c:pt idx="41">
                  <c:v>3.253644</c:v>
                </c:pt>
                <c:pt idx="42">
                  <c:v>3.377246</c:v>
                </c:pt>
                <c:pt idx="43">
                  <c:v>3.25189</c:v>
                </c:pt>
                <c:pt idx="44">
                  <c:v>2.238342</c:v>
                </c:pt>
                <c:pt idx="45">
                  <c:v>2.041791</c:v>
                </c:pt>
                <c:pt idx="46">
                  <c:v>2.928328</c:v>
                </c:pt>
                <c:pt idx="47">
                  <c:v>3.105</c:v>
                </c:pt>
                <c:pt idx="48">
                  <c:v>2.44586</c:v>
                </c:pt>
                <c:pt idx="49">
                  <c:v>1.923664</c:v>
                </c:pt>
                <c:pt idx="50">
                  <c:v>3.630252</c:v>
                </c:pt>
                <c:pt idx="51">
                  <c:v>1.338552</c:v>
                </c:pt>
                <c:pt idx="52">
                  <c:v>3.373228</c:v>
                </c:pt>
                <c:pt idx="53">
                  <c:v>2.213025</c:v>
                </c:pt>
                <c:pt idx="54">
                  <c:v>1.66296</c:v>
                </c:pt>
                <c:pt idx="55">
                  <c:v>2.283582</c:v>
                </c:pt>
                <c:pt idx="56">
                  <c:v>1.390836</c:v>
                </c:pt>
                <c:pt idx="57">
                  <c:v>4.896</c:v>
                </c:pt>
                <c:pt idx="58">
                  <c:v>1.345455</c:v>
                </c:pt>
                <c:pt idx="59">
                  <c:v>2.674003</c:v>
                </c:pt>
                <c:pt idx="60">
                  <c:v>3.71134</c:v>
                </c:pt>
                <c:pt idx="61">
                  <c:v>3.971631</c:v>
                </c:pt>
                <c:pt idx="62">
                  <c:v>2.259238</c:v>
                </c:pt>
                <c:pt idx="63">
                  <c:v>1.516854</c:v>
                </c:pt>
                <c:pt idx="64">
                  <c:v>3.70418</c:v>
                </c:pt>
                <c:pt idx="65">
                  <c:v>1.862069</c:v>
                </c:pt>
                <c:pt idx="66">
                  <c:v>4.546185</c:v>
                </c:pt>
                <c:pt idx="67">
                  <c:v>1.693632</c:v>
                </c:pt>
                <c:pt idx="68">
                  <c:v>2.946378</c:v>
                </c:pt>
                <c:pt idx="69">
                  <c:v>1.981923</c:v>
                </c:pt>
                <c:pt idx="70">
                  <c:v>3.81853</c:v>
                </c:pt>
                <c:pt idx="71">
                  <c:v>3.215777</c:v>
                </c:pt>
                <c:pt idx="72">
                  <c:v>1.876543</c:v>
                </c:pt>
                <c:pt idx="73">
                  <c:v>1.597808</c:v>
                </c:pt>
                <c:pt idx="74">
                  <c:v>2.475836</c:v>
                </c:pt>
                <c:pt idx="75">
                  <c:v>3.633645</c:v>
                </c:pt>
                <c:pt idx="76">
                  <c:v>2.148445</c:v>
                </c:pt>
                <c:pt idx="77">
                  <c:v>2.434164</c:v>
                </c:pt>
                <c:pt idx="78">
                  <c:v>3.143662</c:v>
                </c:pt>
                <c:pt idx="79">
                  <c:v>2.624631</c:v>
                </c:pt>
                <c:pt idx="80">
                  <c:v>2.514286</c:v>
                </c:pt>
                <c:pt idx="81">
                  <c:v>3.815065</c:v>
                </c:pt>
                <c:pt idx="82">
                  <c:v>4.385455</c:v>
                </c:pt>
                <c:pt idx="83">
                  <c:v>1.475936</c:v>
                </c:pt>
                <c:pt idx="84">
                  <c:v>2.286486</c:v>
                </c:pt>
                <c:pt idx="85">
                  <c:v>1.710947</c:v>
                </c:pt>
                <c:pt idx="86">
                  <c:v>2.663584</c:v>
                </c:pt>
                <c:pt idx="87">
                  <c:v>2.61185</c:v>
                </c:pt>
                <c:pt idx="88">
                  <c:v>2.733075</c:v>
                </c:pt>
                <c:pt idx="89">
                  <c:v>1.847507</c:v>
                </c:pt>
                <c:pt idx="90">
                  <c:v>2.468144</c:v>
                </c:pt>
                <c:pt idx="91">
                  <c:v>3.442864</c:v>
                </c:pt>
                <c:pt idx="92">
                  <c:v>1.950828</c:v>
                </c:pt>
                <c:pt idx="93">
                  <c:v>1.941985</c:v>
                </c:pt>
                <c:pt idx="94">
                  <c:v>3.931408</c:v>
                </c:pt>
                <c:pt idx="95">
                  <c:v>2.318049</c:v>
                </c:pt>
                <c:pt idx="96">
                  <c:v>1.823063</c:v>
                </c:pt>
                <c:pt idx="97">
                  <c:v>1.810414</c:v>
                </c:pt>
                <c:pt idx="98">
                  <c:v>1.607767</c:v>
                </c:pt>
                <c:pt idx="99">
                  <c:v>4.365904</c:v>
                </c:pt>
                <c:pt idx="100">
                  <c:v>1.758958</c:v>
                </c:pt>
                <c:pt idx="101">
                  <c:v>2.638298</c:v>
                </c:pt>
                <c:pt idx="102">
                  <c:v>1.727316</c:v>
                </c:pt>
                <c:pt idx="103">
                  <c:v>3.406542</c:v>
                </c:pt>
                <c:pt idx="104">
                  <c:v>2.02385</c:v>
                </c:pt>
                <c:pt idx="105">
                  <c:v>2.43609</c:v>
                </c:pt>
                <c:pt idx="106">
                  <c:v>1.798966</c:v>
                </c:pt>
                <c:pt idx="107">
                  <c:v>2.869565</c:v>
                </c:pt>
                <c:pt idx="108">
                  <c:v>3.090361</c:v>
                </c:pt>
                <c:pt idx="109">
                  <c:v>2.461126</c:v>
                </c:pt>
                <c:pt idx="110">
                  <c:v>1.767442</c:v>
                </c:pt>
                <c:pt idx="111">
                  <c:v>1.83855</c:v>
                </c:pt>
                <c:pt idx="112">
                  <c:v>3.087591</c:v>
                </c:pt>
                <c:pt idx="113">
                  <c:v>3.125</c:v>
                </c:pt>
                <c:pt idx="114">
                  <c:v>1.873171</c:v>
                </c:pt>
                <c:pt idx="115">
                  <c:v>2.290562</c:v>
                </c:pt>
                <c:pt idx="116">
                  <c:v>1.798514</c:v>
                </c:pt>
                <c:pt idx="117">
                  <c:v>1.845506</c:v>
                </c:pt>
                <c:pt idx="118">
                  <c:v>3.109635</c:v>
                </c:pt>
                <c:pt idx="119">
                  <c:v>2.512956</c:v>
                </c:pt>
                <c:pt idx="120">
                  <c:v>4.4098</c:v>
                </c:pt>
                <c:pt idx="121">
                  <c:v>3.325438</c:v>
                </c:pt>
                <c:pt idx="122">
                  <c:v>2.341104</c:v>
                </c:pt>
                <c:pt idx="123">
                  <c:v>2.598653</c:v>
                </c:pt>
                <c:pt idx="124">
                  <c:v>3.007688</c:v>
                </c:pt>
                <c:pt idx="125">
                  <c:v>2.643726</c:v>
                </c:pt>
                <c:pt idx="126">
                  <c:v>1.280982</c:v>
                </c:pt>
                <c:pt idx="127">
                  <c:v>3.527638</c:v>
                </c:pt>
                <c:pt idx="128">
                  <c:v>2.081633</c:v>
                </c:pt>
                <c:pt idx="129">
                  <c:v>3.327172</c:v>
                </c:pt>
                <c:pt idx="130">
                  <c:v>2.196949</c:v>
                </c:pt>
                <c:pt idx="131">
                  <c:v>2.517312</c:v>
                </c:pt>
                <c:pt idx="132">
                  <c:v>2.580964</c:v>
                </c:pt>
                <c:pt idx="133">
                  <c:v>2.446899</c:v>
                </c:pt>
                <c:pt idx="134">
                  <c:v>3.064775</c:v>
                </c:pt>
                <c:pt idx="135">
                  <c:v>2.138085</c:v>
                </c:pt>
                <c:pt idx="136">
                  <c:v>1.792358</c:v>
                </c:pt>
                <c:pt idx="137">
                  <c:v>4.089416</c:v>
                </c:pt>
                <c:pt idx="138">
                  <c:v>4.557769</c:v>
                </c:pt>
                <c:pt idx="139">
                  <c:v>2.787248</c:v>
                </c:pt>
                <c:pt idx="140">
                  <c:v>2.929655</c:v>
                </c:pt>
                <c:pt idx="141">
                  <c:v>2.174288</c:v>
                </c:pt>
                <c:pt idx="142">
                  <c:v>1.345794</c:v>
                </c:pt>
                <c:pt idx="143">
                  <c:v>3.868714</c:v>
                </c:pt>
                <c:pt idx="144">
                  <c:v>1.338462</c:v>
                </c:pt>
                <c:pt idx="145">
                  <c:v>4.993902</c:v>
                </c:pt>
                <c:pt idx="146">
                  <c:v>2.819277</c:v>
                </c:pt>
                <c:pt idx="147">
                  <c:v>3.198488</c:v>
                </c:pt>
                <c:pt idx="148">
                  <c:v>3.616071</c:v>
                </c:pt>
                <c:pt idx="149">
                  <c:v>3.514961</c:v>
                </c:pt>
                <c:pt idx="150">
                  <c:v>2.306348</c:v>
                </c:pt>
                <c:pt idx="151">
                  <c:v>1.722628</c:v>
                </c:pt>
                <c:pt idx="152">
                  <c:v>1.348468</c:v>
                </c:pt>
                <c:pt idx="153">
                  <c:v>3.390411</c:v>
                </c:pt>
                <c:pt idx="154">
                  <c:v>1.926042</c:v>
                </c:pt>
                <c:pt idx="155">
                  <c:v>9.228963</c:v>
                </c:pt>
                <c:pt idx="156">
                  <c:v>5.386162</c:v>
                </c:pt>
                <c:pt idx="157">
                  <c:v>7.377453</c:v>
                </c:pt>
                <c:pt idx="158">
                  <c:v>7.218873</c:v>
                </c:pt>
                <c:pt idx="159">
                  <c:v>7.054054</c:v>
                </c:pt>
                <c:pt idx="160">
                  <c:v>2.958904</c:v>
                </c:pt>
                <c:pt idx="161">
                  <c:v>8.005358</c:v>
                </c:pt>
                <c:pt idx="162">
                  <c:v>7.097727</c:v>
                </c:pt>
                <c:pt idx="163">
                  <c:v>10.841699</c:v>
                </c:pt>
                <c:pt idx="164">
                  <c:v>3.345395</c:v>
                </c:pt>
                <c:pt idx="165">
                  <c:v>6.267581</c:v>
                </c:pt>
                <c:pt idx="166">
                  <c:v>5.134328</c:v>
                </c:pt>
                <c:pt idx="167">
                  <c:v>7.309353</c:v>
                </c:pt>
                <c:pt idx="168">
                  <c:v>4.358824</c:v>
                </c:pt>
                <c:pt idx="169">
                  <c:v>6.698145</c:v>
                </c:pt>
                <c:pt idx="170">
                  <c:v>5.781377</c:v>
                </c:pt>
                <c:pt idx="171">
                  <c:v>2.522628</c:v>
                </c:pt>
                <c:pt idx="172">
                  <c:v>6.325879</c:v>
                </c:pt>
                <c:pt idx="173">
                  <c:v>3.370213</c:v>
                </c:pt>
                <c:pt idx="174">
                  <c:v>9.032592</c:v>
                </c:pt>
                <c:pt idx="175">
                  <c:v>2.22824</c:v>
                </c:pt>
                <c:pt idx="176">
                  <c:v>4.965517</c:v>
                </c:pt>
                <c:pt idx="177">
                  <c:v>2.177419</c:v>
                </c:pt>
                <c:pt idx="178">
                  <c:v>1.927823</c:v>
                </c:pt>
                <c:pt idx="179">
                  <c:v>2.390041</c:v>
                </c:pt>
                <c:pt idx="180">
                  <c:v>6.90085</c:v>
                </c:pt>
                <c:pt idx="181">
                  <c:v>4.015656</c:v>
                </c:pt>
                <c:pt idx="182">
                  <c:v>4.747253</c:v>
                </c:pt>
                <c:pt idx="183">
                  <c:v>5.342466</c:v>
                </c:pt>
                <c:pt idx="184">
                  <c:v>3.086601</c:v>
                </c:pt>
                <c:pt idx="185">
                  <c:v>4.093294</c:v>
                </c:pt>
                <c:pt idx="186">
                  <c:v>2.837257</c:v>
                </c:pt>
                <c:pt idx="187">
                  <c:v>2.222985</c:v>
                </c:pt>
                <c:pt idx="188">
                  <c:v>7.07604</c:v>
                </c:pt>
                <c:pt idx="189">
                  <c:v>5.269122</c:v>
                </c:pt>
                <c:pt idx="190">
                  <c:v>3.662957</c:v>
                </c:pt>
                <c:pt idx="191">
                  <c:v>8.05618</c:v>
                </c:pt>
                <c:pt idx="192">
                  <c:v>1.756098</c:v>
                </c:pt>
                <c:pt idx="193">
                  <c:v>8.042553</c:v>
                </c:pt>
                <c:pt idx="194">
                  <c:v>5.946903</c:v>
                </c:pt>
                <c:pt idx="195">
                  <c:v>2.527347</c:v>
                </c:pt>
                <c:pt idx="196">
                  <c:v>6.707224</c:v>
                </c:pt>
                <c:pt idx="197">
                  <c:v>3.11811</c:v>
                </c:pt>
                <c:pt idx="198">
                  <c:v>3.642646</c:v>
                </c:pt>
                <c:pt idx="199">
                  <c:v>5.987903</c:v>
                </c:pt>
                <c:pt idx="200">
                  <c:v>4.300885</c:v>
                </c:pt>
                <c:pt idx="201">
                  <c:v>7.321429</c:v>
                </c:pt>
                <c:pt idx="202">
                  <c:v>2.548673</c:v>
                </c:pt>
                <c:pt idx="203">
                  <c:v>6.798635</c:v>
                </c:pt>
                <c:pt idx="204">
                  <c:v>4.227666</c:v>
                </c:pt>
                <c:pt idx="205">
                  <c:v>6.515337</c:v>
                </c:pt>
                <c:pt idx="206">
                  <c:v>3.138462</c:v>
                </c:pt>
                <c:pt idx="207">
                  <c:v>4.337987</c:v>
                </c:pt>
                <c:pt idx="208">
                  <c:v>1.895522</c:v>
                </c:pt>
                <c:pt idx="209">
                  <c:v>2.41519</c:v>
                </c:pt>
                <c:pt idx="210">
                  <c:v>3.314079</c:v>
                </c:pt>
                <c:pt idx="211">
                  <c:v>3.23029</c:v>
                </c:pt>
                <c:pt idx="212">
                  <c:v>3.500766</c:v>
                </c:pt>
                <c:pt idx="213">
                  <c:v>3.545354</c:v>
                </c:pt>
                <c:pt idx="214">
                  <c:v>0.986667</c:v>
                </c:pt>
                <c:pt idx="215">
                  <c:v>2.161417</c:v>
                </c:pt>
                <c:pt idx="216">
                  <c:v>2.942051</c:v>
                </c:pt>
                <c:pt idx="217">
                  <c:v>3.617225</c:v>
                </c:pt>
                <c:pt idx="218">
                  <c:v>1.621622</c:v>
                </c:pt>
                <c:pt idx="219">
                  <c:v>1.418856</c:v>
                </c:pt>
                <c:pt idx="220">
                  <c:v>2.020619</c:v>
                </c:pt>
                <c:pt idx="221">
                  <c:v>2.443769</c:v>
                </c:pt>
                <c:pt idx="222">
                  <c:v>1.912088</c:v>
                </c:pt>
                <c:pt idx="223">
                  <c:v>1.740701</c:v>
                </c:pt>
                <c:pt idx="224">
                  <c:v>5.214629</c:v>
                </c:pt>
                <c:pt idx="225">
                  <c:v>2.451155</c:v>
                </c:pt>
                <c:pt idx="226">
                  <c:v>1.731602</c:v>
                </c:pt>
                <c:pt idx="227">
                  <c:v>3.461014</c:v>
                </c:pt>
                <c:pt idx="228">
                  <c:v>3.066841</c:v>
                </c:pt>
                <c:pt idx="229">
                  <c:v>4.01005</c:v>
                </c:pt>
                <c:pt idx="230">
                  <c:v>8.266121</c:v>
                </c:pt>
                <c:pt idx="231">
                  <c:v>1.459716</c:v>
                </c:pt>
                <c:pt idx="232">
                  <c:v>1.946781</c:v>
                </c:pt>
                <c:pt idx="233">
                  <c:v>1.174468</c:v>
                </c:pt>
                <c:pt idx="234">
                  <c:v>1.866221</c:v>
                </c:pt>
                <c:pt idx="235">
                  <c:v>1.180328</c:v>
                </c:pt>
                <c:pt idx="236">
                  <c:v>4.144099</c:v>
                </c:pt>
                <c:pt idx="237">
                  <c:v>3.097091</c:v>
                </c:pt>
                <c:pt idx="238">
                  <c:v>1.8</c:v>
                </c:pt>
                <c:pt idx="239">
                  <c:v>4.567691</c:v>
                </c:pt>
                <c:pt idx="240">
                  <c:v>3.565859</c:v>
                </c:pt>
                <c:pt idx="241">
                  <c:v>1.88392</c:v>
                </c:pt>
                <c:pt idx="242">
                  <c:v>1.997294</c:v>
                </c:pt>
                <c:pt idx="243">
                  <c:v>1.530612</c:v>
                </c:pt>
                <c:pt idx="244">
                  <c:v>2.424597</c:v>
                </c:pt>
                <c:pt idx="245">
                  <c:v>2.284768</c:v>
                </c:pt>
                <c:pt idx="246">
                  <c:v>2.502128</c:v>
                </c:pt>
                <c:pt idx="247">
                  <c:v>1.105173</c:v>
                </c:pt>
                <c:pt idx="248">
                  <c:v>1.817162</c:v>
                </c:pt>
                <c:pt idx="249">
                  <c:v>2.461731</c:v>
                </c:pt>
                <c:pt idx="250">
                  <c:v>2.968685</c:v>
                </c:pt>
                <c:pt idx="251">
                  <c:v>0.845953</c:v>
                </c:pt>
                <c:pt idx="252">
                  <c:v>1.699301</c:v>
                </c:pt>
                <c:pt idx="253">
                  <c:v>1.348468</c:v>
                </c:pt>
                <c:pt idx="254">
                  <c:v>2.170335</c:v>
                </c:pt>
                <c:pt idx="255">
                  <c:v>2.150246</c:v>
                </c:pt>
                <c:pt idx="256">
                  <c:v>1.896085</c:v>
                </c:pt>
                <c:pt idx="257">
                  <c:v>2.600881</c:v>
                </c:pt>
                <c:pt idx="258">
                  <c:v>2</c:v>
                </c:pt>
                <c:pt idx="259">
                  <c:v>3.762247</c:v>
                </c:pt>
                <c:pt idx="260">
                  <c:v>2.340702</c:v>
                </c:pt>
                <c:pt idx="261">
                  <c:v>3.315276</c:v>
                </c:pt>
                <c:pt idx="262">
                  <c:v>1.5053</c:v>
                </c:pt>
                <c:pt idx="263">
                  <c:v>1.785124</c:v>
                </c:pt>
                <c:pt idx="264">
                  <c:v>1.451613</c:v>
                </c:pt>
                <c:pt idx="265">
                  <c:v>2.983838</c:v>
                </c:pt>
                <c:pt idx="266">
                  <c:v>2.981408</c:v>
                </c:pt>
                <c:pt idx="267">
                  <c:v>2.079248</c:v>
                </c:pt>
                <c:pt idx="268">
                  <c:v>1.669243</c:v>
                </c:pt>
                <c:pt idx="269">
                  <c:v>2.725552</c:v>
                </c:pt>
                <c:pt idx="270">
                  <c:v>4.690442</c:v>
                </c:pt>
                <c:pt idx="271">
                  <c:v>8.454545</c:v>
                </c:pt>
                <c:pt idx="272">
                  <c:v>4.877419</c:v>
                </c:pt>
                <c:pt idx="273">
                  <c:v>4.470842</c:v>
                </c:pt>
                <c:pt idx="274">
                  <c:v>5.638017</c:v>
                </c:pt>
                <c:pt idx="275">
                  <c:v>5.060434</c:v>
                </c:pt>
                <c:pt idx="276">
                  <c:v>8.952612</c:v>
                </c:pt>
                <c:pt idx="277">
                  <c:v>3.77431</c:v>
                </c:pt>
                <c:pt idx="278">
                  <c:v>5.253673</c:v>
                </c:pt>
                <c:pt idx="279">
                  <c:v>5.305076</c:v>
                </c:pt>
                <c:pt idx="280">
                  <c:v>6.095657</c:v>
                </c:pt>
                <c:pt idx="281">
                  <c:v>3.76834</c:v>
                </c:pt>
                <c:pt idx="282">
                  <c:v>2.775296</c:v>
                </c:pt>
                <c:pt idx="283">
                  <c:v>5.392877</c:v>
                </c:pt>
                <c:pt idx="284">
                  <c:v>7.091121</c:v>
                </c:pt>
                <c:pt idx="285">
                  <c:v>7.064516</c:v>
                </c:pt>
                <c:pt idx="286">
                  <c:v>5.085688</c:v>
                </c:pt>
                <c:pt idx="287">
                  <c:v>5.921615</c:v>
                </c:pt>
                <c:pt idx="288">
                  <c:v>6.86631</c:v>
                </c:pt>
                <c:pt idx="289">
                  <c:v>6.364844</c:v>
                </c:pt>
                <c:pt idx="290">
                  <c:v>2.9869</c:v>
                </c:pt>
                <c:pt idx="291">
                  <c:v>7.894267</c:v>
                </c:pt>
                <c:pt idx="292">
                  <c:v>6.65993</c:v>
                </c:pt>
                <c:pt idx="293">
                  <c:v>7.058256</c:v>
                </c:pt>
                <c:pt idx="294">
                  <c:v>3.701915</c:v>
                </c:pt>
                <c:pt idx="295">
                  <c:v>6.018321</c:v>
                </c:pt>
                <c:pt idx="296">
                  <c:v>5.655172</c:v>
                </c:pt>
                <c:pt idx="297">
                  <c:v>4.045872</c:v>
                </c:pt>
                <c:pt idx="298">
                  <c:v>5.063882</c:v>
                </c:pt>
                <c:pt idx="299">
                  <c:v>6.032337</c:v>
                </c:pt>
                <c:pt idx="300">
                  <c:v>5.702521</c:v>
                </c:pt>
                <c:pt idx="301">
                  <c:v>8.020408</c:v>
                </c:pt>
                <c:pt idx="302">
                  <c:v>9.312386</c:v>
                </c:pt>
                <c:pt idx="303">
                  <c:v>4.671635</c:v>
                </c:pt>
                <c:pt idx="304">
                  <c:v>6.949693</c:v>
                </c:pt>
                <c:pt idx="305">
                  <c:v>3.36</c:v>
                </c:pt>
                <c:pt idx="306">
                  <c:v>6.979887</c:v>
                </c:pt>
                <c:pt idx="307">
                  <c:v>3.770228</c:v>
                </c:pt>
                <c:pt idx="308">
                  <c:v>4.628571</c:v>
                </c:pt>
                <c:pt idx="309">
                  <c:v>6.496046</c:v>
                </c:pt>
                <c:pt idx="310">
                  <c:v>6.166667</c:v>
                </c:pt>
                <c:pt idx="311">
                  <c:v>6.208076</c:v>
                </c:pt>
                <c:pt idx="312">
                  <c:v>3.827498</c:v>
                </c:pt>
                <c:pt idx="313">
                  <c:v>6.846464</c:v>
                </c:pt>
                <c:pt idx="314">
                  <c:v>3.290732</c:v>
                </c:pt>
                <c:pt idx="315">
                  <c:v>7.424275</c:v>
                </c:pt>
                <c:pt idx="316">
                  <c:v>9.411585</c:v>
                </c:pt>
                <c:pt idx="317">
                  <c:v>4.94864</c:v>
                </c:pt>
                <c:pt idx="318">
                  <c:v>5.65927</c:v>
                </c:pt>
                <c:pt idx="319">
                  <c:v>7.107791</c:v>
                </c:pt>
                <c:pt idx="320">
                  <c:v>5.738046</c:v>
                </c:pt>
                <c:pt idx="321">
                  <c:v>2.172244</c:v>
                </c:pt>
                <c:pt idx="322">
                  <c:v>5.549095</c:v>
                </c:pt>
                <c:pt idx="323">
                  <c:v>6.17378</c:v>
                </c:pt>
                <c:pt idx="324">
                  <c:v>6.648023</c:v>
                </c:pt>
                <c:pt idx="325">
                  <c:v>10.829721</c:v>
                </c:pt>
                <c:pt idx="326">
                  <c:v>5.263427</c:v>
                </c:pt>
                <c:pt idx="327">
                  <c:v>2.610169</c:v>
                </c:pt>
                <c:pt idx="328">
                  <c:v>6.554424</c:v>
                </c:pt>
                <c:pt idx="329">
                  <c:v>5.799116</c:v>
                </c:pt>
                <c:pt idx="330">
                  <c:v>3.780196</c:v>
                </c:pt>
                <c:pt idx="331">
                  <c:v>5.733937</c:v>
                </c:pt>
                <c:pt idx="332">
                  <c:v>4.437917</c:v>
                </c:pt>
                <c:pt idx="333">
                  <c:v>5.060743</c:v>
                </c:pt>
                <c:pt idx="334">
                  <c:v>5.99698</c:v>
                </c:pt>
                <c:pt idx="335">
                  <c:v>4.806818</c:v>
                </c:pt>
                <c:pt idx="336">
                  <c:v>7.067368</c:v>
                </c:pt>
                <c:pt idx="337">
                  <c:v>6.333996</c:v>
                </c:pt>
                <c:pt idx="338">
                  <c:v>12.161725</c:v>
                </c:pt>
                <c:pt idx="339">
                  <c:v>4.366762</c:v>
                </c:pt>
                <c:pt idx="340">
                  <c:v>5.940549</c:v>
                </c:pt>
                <c:pt idx="341">
                  <c:v>6.288675</c:v>
                </c:pt>
                <c:pt idx="342">
                  <c:v>8.05012</c:v>
                </c:pt>
                <c:pt idx="343">
                  <c:v>3.337518</c:v>
                </c:pt>
                <c:pt idx="344">
                  <c:v>5.54539</c:v>
                </c:pt>
                <c:pt idx="345">
                  <c:v>4.673267</c:v>
                </c:pt>
                <c:pt idx="346">
                  <c:v>8.898876</c:v>
                </c:pt>
                <c:pt idx="347">
                  <c:v>6.234733</c:v>
                </c:pt>
                <c:pt idx="348">
                  <c:v>4.797839</c:v>
                </c:pt>
                <c:pt idx="349">
                  <c:v>5.902222</c:v>
                </c:pt>
                <c:pt idx="350">
                  <c:v>4.029231</c:v>
                </c:pt>
                <c:pt idx="351">
                  <c:v>4.140231</c:v>
                </c:pt>
                <c:pt idx="352">
                  <c:v>6.211503</c:v>
                </c:pt>
                <c:pt idx="353">
                  <c:v>5.207547</c:v>
                </c:pt>
                <c:pt idx="354">
                  <c:v>5.254054</c:v>
                </c:pt>
                <c:pt idx="355">
                  <c:v>6.853258</c:v>
                </c:pt>
                <c:pt idx="356">
                  <c:v>3.959637</c:v>
                </c:pt>
                <c:pt idx="357">
                  <c:v>5.479024</c:v>
                </c:pt>
                <c:pt idx="358">
                  <c:v>6.913433</c:v>
                </c:pt>
              </c:numCache>
            </c:numRef>
          </c:xVal>
          <c:yVal>
            <c:numRef>
              <c:f>Sheet1!$C$2:$C$360</c:f>
              <c:numCache>
                <c:formatCode>General</c:formatCode>
                <c:ptCount val="359"/>
                <c:pt idx="155">
                  <c:v>5.283757</c:v>
                </c:pt>
                <c:pt idx="156">
                  <c:v>4.130101</c:v>
                </c:pt>
                <c:pt idx="157">
                  <c:v>3.581926</c:v>
                </c:pt>
                <c:pt idx="158">
                  <c:v>8.091743</c:v>
                </c:pt>
                <c:pt idx="159">
                  <c:v>3.697297</c:v>
                </c:pt>
                <c:pt idx="160">
                  <c:v>3.575342</c:v>
                </c:pt>
                <c:pt idx="161">
                  <c:v>9.596785</c:v>
                </c:pt>
                <c:pt idx="162">
                  <c:v>8.406818</c:v>
                </c:pt>
                <c:pt idx="163">
                  <c:v>5.309653</c:v>
                </c:pt>
                <c:pt idx="164">
                  <c:v>9.088816</c:v>
                </c:pt>
                <c:pt idx="165">
                  <c:v>4.38422</c:v>
                </c:pt>
                <c:pt idx="166">
                  <c:v>3.164179</c:v>
                </c:pt>
                <c:pt idx="167">
                  <c:v>5.438849</c:v>
                </c:pt>
                <c:pt idx="168">
                  <c:v>4.817647</c:v>
                </c:pt>
                <c:pt idx="169">
                  <c:v>5.524452</c:v>
                </c:pt>
                <c:pt idx="170">
                  <c:v>4.178138</c:v>
                </c:pt>
                <c:pt idx="171">
                  <c:v>5.938686</c:v>
                </c:pt>
                <c:pt idx="172">
                  <c:v>4.140575</c:v>
                </c:pt>
                <c:pt idx="173">
                  <c:v>7.874043</c:v>
                </c:pt>
                <c:pt idx="174">
                  <c:v>3.333678</c:v>
                </c:pt>
                <c:pt idx="175">
                  <c:v>6.858801</c:v>
                </c:pt>
                <c:pt idx="176">
                  <c:v>5.204244</c:v>
                </c:pt>
                <c:pt idx="177">
                  <c:v>3.290323</c:v>
                </c:pt>
                <c:pt idx="178">
                  <c:v>8.130384</c:v>
                </c:pt>
                <c:pt idx="179">
                  <c:v>5.751037</c:v>
                </c:pt>
                <c:pt idx="180">
                  <c:v>5.575071</c:v>
                </c:pt>
                <c:pt idx="181">
                  <c:v>4.966732</c:v>
                </c:pt>
                <c:pt idx="182">
                  <c:v>5.459341</c:v>
                </c:pt>
                <c:pt idx="183">
                  <c:v>4.684932</c:v>
                </c:pt>
                <c:pt idx="184">
                  <c:v>4.218871</c:v>
                </c:pt>
                <c:pt idx="185">
                  <c:v>4.478134</c:v>
                </c:pt>
                <c:pt idx="186">
                  <c:v>7.774821</c:v>
                </c:pt>
                <c:pt idx="187">
                  <c:v>8.521441</c:v>
                </c:pt>
                <c:pt idx="188">
                  <c:v>2.375897</c:v>
                </c:pt>
                <c:pt idx="189">
                  <c:v>8.600567</c:v>
                </c:pt>
                <c:pt idx="190">
                  <c:v>6.868045</c:v>
                </c:pt>
                <c:pt idx="191">
                  <c:v>4.870787</c:v>
                </c:pt>
                <c:pt idx="192">
                  <c:v>3.621951</c:v>
                </c:pt>
                <c:pt idx="193">
                  <c:v>3.702128</c:v>
                </c:pt>
                <c:pt idx="194">
                  <c:v>2.99469</c:v>
                </c:pt>
                <c:pt idx="195">
                  <c:v>5.466122</c:v>
                </c:pt>
                <c:pt idx="196">
                  <c:v>4.585551</c:v>
                </c:pt>
                <c:pt idx="197">
                  <c:v>5.527559</c:v>
                </c:pt>
                <c:pt idx="198">
                  <c:v>4.069102</c:v>
                </c:pt>
                <c:pt idx="199">
                  <c:v>5.407258</c:v>
                </c:pt>
                <c:pt idx="200">
                  <c:v>6</c:v>
                </c:pt>
                <c:pt idx="201">
                  <c:v>4.25</c:v>
                </c:pt>
                <c:pt idx="202">
                  <c:v>3.971681</c:v>
                </c:pt>
                <c:pt idx="203">
                  <c:v>3.849829</c:v>
                </c:pt>
                <c:pt idx="204">
                  <c:v>10.608069</c:v>
                </c:pt>
                <c:pt idx="205">
                  <c:v>6.018405</c:v>
                </c:pt>
                <c:pt idx="206">
                  <c:v>4.578462</c:v>
                </c:pt>
                <c:pt idx="207">
                  <c:v>6.242469</c:v>
                </c:pt>
              </c:numCache>
            </c:numRef>
          </c:yVal>
          <c:smooth val="0"/>
        </c:ser>
        <c:ser>
          <c:idx val="2"/>
          <c:order val="2"/>
          <c:tx>
            <c:strRef>
              <c:f>Sheet1!$D$1</c:f>
              <c:strCache>
                <c:ptCount val="1"/>
              </c:strCache>
            </c:strRef>
          </c:tx>
          <c:spPr>
            <a:solidFill>
              <a:srgbClr val="F2C14E"/>
            </a:solidFill>
            <a:ln>
              <a:noFill/>
            </a:ln>
            <a:effectLst/>
          </c:spPr>
          <c:marker>
            <c:symbol val="circle"/>
            <c:size val="5"/>
            <c:spPr>
              <a:solidFill>
                <a:srgbClr val="F2C14E"/>
              </a:solidFill>
              <a:ln w="9525" cap="flat">
                <a:solidFill>
                  <a:srgbClr val="F2C14E"/>
                </a:solidFill>
                <a:prstDash val="solid"/>
                <a:round/>
              </a:ln>
              <a:effectLst/>
            </c:spPr>
          </c:marker>
          <c:xVal>
            <c:numRef>
              <c:f>Sheet1!$A$2:$A$360</c:f>
              <c:numCache>
                <c:formatCode>General</c:formatCode>
                <c:ptCount val="359"/>
                <c:pt idx="0">
                  <c:v>1.929556</c:v>
                </c:pt>
                <c:pt idx="1">
                  <c:v>3.471871</c:v>
                </c:pt>
                <c:pt idx="2">
                  <c:v>3.015707</c:v>
                </c:pt>
                <c:pt idx="3">
                  <c:v>3.127962</c:v>
                </c:pt>
                <c:pt idx="4">
                  <c:v>2.64482</c:v>
                </c:pt>
                <c:pt idx="5">
                  <c:v>2.359459</c:v>
                </c:pt>
                <c:pt idx="6">
                  <c:v>5.213115</c:v>
                </c:pt>
                <c:pt idx="7">
                  <c:v>5.292715</c:v>
                </c:pt>
                <c:pt idx="8">
                  <c:v>4.561347</c:v>
                </c:pt>
                <c:pt idx="9">
                  <c:v>1.866667</c:v>
                </c:pt>
                <c:pt idx="10">
                  <c:v>2.61602</c:v>
                </c:pt>
                <c:pt idx="11">
                  <c:v>3.294812</c:v>
                </c:pt>
                <c:pt idx="12">
                  <c:v>1.586291</c:v>
                </c:pt>
                <c:pt idx="13">
                  <c:v>1.49685</c:v>
                </c:pt>
                <c:pt idx="14">
                  <c:v>2.055363</c:v>
                </c:pt>
                <c:pt idx="15">
                  <c:v>2.798144</c:v>
                </c:pt>
                <c:pt idx="16">
                  <c:v>2.57561</c:v>
                </c:pt>
                <c:pt idx="17">
                  <c:v>2.231156</c:v>
                </c:pt>
                <c:pt idx="18">
                  <c:v>2.358153</c:v>
                </c:pt>
                <c:pt idx="19">
                  <c:v>2.787611</c:v>
                </c:pt>
                <c:pt idx="20">
                  <c:v>1.984791</c:v>
                </c:pt>
                <c:pt idx="21">
                  <c:v>1.992757</c:v>
                </c:pt>
                <c:pt idx="22">
                  <c:v>3.466507</c:v>
                </c:pt>
                <c:pt idx="23">
                  <c:v>5.95539</c:v>
                </c:pt>
                <c:pt idx="24">
                  <c:v>2.740433</c:v>
                </c:pt>
                <c:pt idx="25">
                  <c:v>3.423913</c:v>
                </c:pt>
                <c:pt idx="26">
                  <c:v>4.038934</c:v>
                </c:pt>
                <c:pt idx="27">
                  <c:v>1.483417</c:v>
                </c:pt>
                <c:pt idx="28">
                  <c:v>2.813793</c:v>
                </c:pt>
                <c:pt idx="29">
                  <c:v>2.032258</c:v>
                </c:pt>
                <c:pt idx="30">
                  <c:v>1.926816</c:v>
                </c:pt>
                <c:pt idx="31">
                  <c:v>3.935155</c:v>
                </c:pt>
                <c:pt idx="32">
                  <c:v>1.988166</c:v>
                </c:pt>
                <c:pt idx="33">
                  <c:v>2.412943</c:v>
                </c:pt>
                <c:pt idx="34">
                  <c:v>4.721311</c:v>
                </c:pt>
                <c:pt idx="35">
                  <c:v>2.228928</c:v>
                </c:pt>
                <c:pt idx="36">
                  <c:v>4.403548</c:v>
                </c:pt>
                <c:pt idx="37">
                  <c:v>4.060976</c:v>
                </c:pt>
                <c:pt idx="38">
                  <c:v>1.860835</c:v>
                </c:pt>
                <c:pt idx="39">
                  <c:v>5.185321</c:v>
                </c:pt>
                <c:pt idx="40">
                  <c:v>1.765906</c:v>
                </c:pt>
                <c:pt idx="41">
                  <c:v>3.253644</c:v>
                </c:pt>
                <c:pt idx="42">
                  <c:v>3.377246</c:v>
                </c:pt>
                <c:pt idx="43">
                  <c:v>3.25189</c:v>
                </c:pt>
                <c:pt idx="44">
                  <c:v>2.238342</c:v>
                </c:pt>
                <c:pt idx="45">
                  <c:v>2.041791</c:v>
                </c:pt>
                <c:pt idx="46">
                  <c:v>2.928328</c:v>
                </c:pt>
                <c:pt idx="47">
                  <c:v>3.105</c:v>
                </c:pt>
                <c:pt idx="48">
                  <c:v>2.44586</c:v>
                </c:pt>
                <c:pt idx="49">
                  <c:v>1.923664</c:v>
                </c:pt>
                <c:pt idx="50">
                  <c:v>3.630252</c:v>
                </c:pt>
                <c:pt idx="51">
                  <c:v>1.338552</c:v>
                </c:pt>
                <c:pt idx="52">
                  <c:v>3.373228</c:v>
                </c:pt>
                <c:pt idx="53">
                  <c:v>2.213025</c:v>
                </c:pt>
                <c:pt idx="54">
                  <c:v>1.66296</c:v>
                </c:pt>
                <c:pt idx="55">
                  <c:v>2.283582</c:v>
                </c:pt>
                <c:pt idx="56">
                  <c:v>1.390836</c:v>
                </c:pt>
                <c:pt idx="57">
                  <c:v>4.896</c:v>
                </c:pt>
                <c:pt idx="58">
                  <c:v>1.345455</c:v>
                </c:pt>
                <c:pt idx="59">
                  <c:v>2.674003</c:v>
                </c:pt>
                <c:pt idx="60">
                  <c:v>3.71134</c:v>
                </c:pt>
                <c:pt idx="61">
                  <c:v>3.971631</c:v>
                </c:pt>
                <c:pt idx="62">
                  <c:v>2.259238</c:v>
                </c:pt>
                <c:pt idx="63">
                  <c:v>1.516854</c:v>
                </c:pt>
                <c:pt idx="64">
                  <c:v>3.70418</c:v>
                </c:pt>
                <c:pt idx="65">
                  <c:v>1.862069</c:v>
                </c:pt>
                <c:pt idx="66">
                  <c:v>4.546185</c:v>
                </c:pt>
                <c:pt idx="67">
                  <c:v>1.693632</c:v>
                </c:pt>
                <c:pt idx="68">
                  <c:v>2.946378</c:v>
                </c:pt>
                <c:pt idx="69">
                  <c:v>1.981923</c:v>
                </c:pt>
                <c:pt idx="70">
                  <c:v>3.81853</c:v>
                </c:pt>
                <c:pt idx="71">
                  <c:v>3.215777</c:v>
                </c:pt>
                <c:pt idx="72">
                  <c:v>1.876543</c:v>
                </c:pt>
                <c:pt idx="73">
                  <c:v>1.597808</c:v>
                </c:pt>
                <c:pt idx="74">
                  <c:v>2.475836</c:v>
                </c:pt>
                <c:pt idx="75">
                  <c:v>3.633645</c:v>
                </c:pt>
                <c:pt idx="76">
                  <c:v>2.148445</c:v>
                </c:pt>
                <c:pt idx="77">
                  <c:v>2.434164</c:v>
                </c:pt>
                <c:pt idx="78">
                  <c:v>3.143662</c:v>
                </c:pt>
                <c:pt idx="79">
                  <c:v>2.624631</c:v>
                </c:pt>
                <c:pt idx="80">
                  <c:v>2.514286</c:v>
                </c:pt>
                <c:pt idx="81">
                  <c:v>3.815065</c:v>
                </c:pt>
                <c:pt idx="82">
                  <c:v>4.385455</c:v>
                </c:pt>
                <c:pt idx="83">
                  <c:v>1.475936</c:v>
                </c:pt>
                <c:pt idx="84">
                  <c:v>2.286486</c:v>
                </c:pt>
                <c:pt idx="85">
                  <c:v>1.710947</c:v>
                </c:pt>
                <c:pt idx="86">
                  <c:v>2.663584</c:v>
                </c:pt>
                <c:pt idx="87">
                  <c:v>2.61185</c:v>
                </c:pt>
                <c:pt idx="88">
                  <c:v>2.733075</c:v>
                </c:pt>
                <c:pt idx="89">
                  <c:v>1.847507</c:v>
                </c:pt>
                <c:pt idx="90">
                  <c:v>2.468144</c:v>
                </c:pt>
                <c:pt idx="91">
                  <c:v>3.442864</c:v>
                </c:pt>
                <c:pt idx="92">
                  <c:v>1.950828</c:v>
                </c:pt>
                <c:pt idx="93">
                  <c:v>1.941985</c:v>
                </c:pt>
                <c:pt idx="94">
                  <c:v>3.931408</c:v>
                </c:pt>
                <c:pt idx="95">
                  <c:v>2.318049</c:v>
                </c:pt>
                <c:pt idx="96">
                  <c:v>1.823063</c:v>
                </c:pt>
                <c:pt idx="97">
                  <c:v>1.810414</c:v>
                </c:pt>
                <c:pt idx="98">
                  <c:v>1.607767</c:v>
                </c:pt>
                <c:pt idx="99">
                  <c:v>4.365904</c:v>
                </c:pt>
                <c:pt idx="100">
                  <c:v>1.758958</c:v>
                </c:pt>
                <c:pt idx="101">
                  <c:v>2.638298</c:v>
                </c:pt>
                <c:pt idx="102">
                  <c:v>1.727316</c:v>
                </c:pt>
                <c:pt idx="103">
                  <c:v>3.406542</c:v>
                </c:pt>
                <c:pt idx="104">
                  <c:v>2.02385</c:v>
                </c:pt>
                <c:pt idx="105">
                  <c:v>2.43609</c:v>
                </c:pt>
                <c:pt idx="106">
                  <c:v>1.798966</c:v>
                </c:pt>
                <c:pt idx="107">
                  <c:v>2.869565</c:v>
                </c:pt>
                <c:pt idx="108">
                  <c:v>3.090361</c:v>
                </c:pt>
                <c:pt idx="109">
                  <c:v>2.461126</c:v>
                </c:pt>
                <c:pt idx="110">
                  <c:v>1.767442</c:v>
                </c:pt>
                <c:pt idx="111">
                  <c:v>1.83855</c:v>
                </c:pt>
                <c:pt idx="112">
                  <c:v>3.087591</c:v>
                </c:pt>
                <c:pt idx="113">
                  <c:v>3.125</c:v>
                </c:pt>
                <c:pt idx="114">
                  <c:v>1.873171</c:v>
                </c:pt>
                <c:pt idx="115">
                  <c:v>2.290562</c:v>
                </c:pt>
                <c:pt idx="116">
                  <c:v>1.798514</c:v>
                </c:pt>
                <c:pt idx="117">
                  <c:v>1.845506</c:v>
                </c:pt>
                <c:pt idx="118">
                  <c:v>3.109635</c:v>
                </c:pt>
                <c:pt idx="119">
                  <c:v>2.512956</c:v>
                </c:pt>
                <c:pt idx="120">
                  <c:v>4.4098</c:v>
                </c:pt>
                <c:pt idx="121">
                  <c:v>3.325438</c:v>
                </c:pt>
                <c:pt idx="122">
                  <c:v>2.341104</c:v>
                </c:pt>
                <c:pt idx="123">
                  <c:v>2.598653</c:v>
                </c:pt>
                <c:pt idx="124">
                  <c:v>3.007688</c:v>
                </c:pt>
                <c:pt idx="125">
                  <c:v>2.643726</c:v>
                </c:pt>
                <c:pt idx="126">
                  <c:v>1.280982</c:v>
                </c:pt>
                <c:pt idx="127">
                  <c:v>3.527638</c:v>
                </c:pt>
                <c:pt idx="128">
                  <c:v>2.081633</c:v>
                </c:pt>
                <c:pt idx="129">
                  <c:v>3.327172</c:v>
                </c:pt>
                <c:pt idx="130">
                  <c:v>2.196949</c:v>
                </c:pt>
                <c:pt idx="131">
                  <c:v>2.517312</c:v>
                </c:pt>
                <c:pt idx="132">
                  <c:v>2.580964</c:v>
                </c:pt>
                <c:pt idx="133">
                  <c:v>2.446899</c:v>
                </c:pt>
                <c:pt idx="134">
                  <c:v>3.064775</c:v>
                </c:pt>
                <c:pt idx="135">
                  <c:v>2.138085</c:v>
                </c:pt>
                <c:pt idx="136">
                  <c:v>1.792358</c:v>
                </c:pt>
                <c:pt idx="137">
                  <c:v>4.089416</c:v>
                </c:pt>
                <c:pt idx="138">
                  <c:v>4.557769</c:v>
                </c:pt>
                <c:pt idx="139">
                  <c:v>2.787248</c:v>
                </c:pt>
                <c:pt idx="140">
                  <c:v>2.929655</c:v>
                </c:pt>
                <c:pt idx="141">
                  <c:v>2.174288</c:v>
                </c:pt>
                <c:pt idx="142">
                  <c:v>1.345794</c:v>
                </c:pt>
                <c:pt idx="143">
                  <c:v>3.868714</c:v>
                </c:pt>
                <c:pt idx="144">
                  <c:v>1.338462</c:v>
                </c:pt>
                <c:pt idx="145">
                  <c:v>4.993902</c:v>
                </c:pt>
                <c:pt idx="146">
                  <c:v>2.819277</c:v>
                </c:pt>
                <c:pt idx="147">
                  <c:v>3.198488</c:v>
                </c:pt>
                <c:pt idx="148">
                  <c:v>3.616071</c:v>
                </c:pt>
                <c:pt idx="149">
                  <c:v>3.514961</c:v>
                </c:pt>
                <c:pt idx="150">
                  <c:v>2.306348</c:v>
                </c:pt>
                <c:pt idx="151">
                  <c:v>1.722628</c:v>
                </c:pt>
                <c:pt idx="152">
                  <c:v>1.348468</c:v>
                </c:pt>
                <c:pt idx="153">
                  <c:v>3.390411</c:v>
                </c:pt>
                <c:pt idx="154">
                  <c:v>1.926042</c:v>
                </c:pt>
                <c:pt idx="155">
                  <c:v>9.228963</c:v>
                </c:pt>
                <c:pt idx="156">
                  <c:v>5.386162</c:v>
                </c:pt>
                <c:pt idx="157">
                  <c:v>7.377453</c:v>
                </c:pt>
                <c:pt idx="158">
                  <c:v>7.218873</c:v>
                </c:pt>
                <c:pt idx="159">
                  <c:v>7.054054</c:v>
                </c:pt>
                <c:pt idx="160">
                  <c:v>2.958904</c:v>
                </c:pt>
                <c:pt idx="161">
                  <c:v>8.005358</c:v>
                </c:pt>
                <c:pt idx="162">
                  <c:v>7.097727</c:v>
                </c:pt>
                <c:pt idx="163">
                  <c:v>10.841699</c:v>
                </c:pt>
                <c:pt idx="164">
                  <c:v>3.345395</c:v>
                </c:pt>
                <c:pt idx="165">
                  <c:v>6.267581</c:v>
                </c:pt>
                <c:pt idx="166">
                  <c:v>5.134328</c:v>
                </c:pt>
                <c:pt idx="167">
                  <c:v>7.309353</c:v>
                </c:pt>
                <c:pt idx="168">
                  <c:v>4.358824</c:v>
                </c:pt>
                <c:pt idx="169">
                  <c:v>6.698145</c:v>
                </c:pt>
                <c:pt idx="170">
                  <c:v>5.781377</c:v>
                </c:pt>
                <c:pt idx="171">
                  <c:v>2.522628</c:v>
                </c:pt>
                <c:pt idx="172">
                  <c:v>6.325879</c:v>
                </c:pt>
                <c:pt idx="173">
                  <c:v>3.370213</c:v>
                </c:pt>
                <c:pt idx="174">
                  <c:v>9.032592</c:v>
                </c:pt>
                <c:pt idx="175">
                  <c:v>2.22824</c:v>
                </c:pt>
                <c:pt idx="176">
                  <c:v>4.965517</c:v>
                </c:pt>
                <c:pt idx="177">
                  <c:v>2.177419</c:v>
                </c:pt>
                <c:pt idx="178">
                  <c:v>1.927823</c:v>
                </c:pt>
                <c:pt idx="179">
                  <c:v>2.390041</c:v>
                </c:pt>
                <c:pt idx="180">
                  <c:v>6.90085</c:v>
                </c:pt>
                <c:pt idx="181">
                  <c:v>4.015656</c:v>
                </c:pt>
                <c:pt idx="182">
                  <c:v>4.747253</c:v>
                </c:pt>
                <c:pt idx="183">
                  <c:v>5.342466</c:v>
                </c:pt>
                <c:pt idx="184">
                  <c:v>3.086601</c:v>
                </c:pt>
                <c:pt idx="185">
                  <c:v>4.093294</c:v>
                </c:pt>
                <c:pt idx="186">
                  <c:v>2.837257</c:v>
                </c:pt>
                <c:pt idx="187">
                  <c:v>2.222985</c:v>
                </c:pt>
                <c:pt idx="188">
                  <c:v>7.07604</c:v>
                </c:pt>
                <c:pt idx="189">
                  <c:v>5.269122</c:v>
                </c:pt>
                <c:pt idx="190">
                  <c:v>3.662957</c:v>
                </c:pt>
                <c:pt idx="191">
                  <c:v>8.05618</c:v>
                </c:pt>
                <c:pt idx="192">
                  <c:v>1.756098</c:v>
                </c:pt>
                <c:pt idx="193">
                  <c:v>8.042553</c:v>
                </c:pt>
                <c:pt idx="194">
                  <c:v>5.946903</c:v>
                </c:pt>
                <c:pt idx="195">
                  <c:v>2.527347</c:v>
                </c:pt>
                <c:pt idx="196">
                  <c:v>6.707224</c:v>
                </c:pt>
                <c:pt idx="197">
                  <c:v>3.11811</c:v>
                </c:pt>
                <c:pt idx="198">
                  <c:v>3.642646</c:v>
                </c:pt>
                <c:pt idx="199">
                  <c:v>5.987903</c:v>
                </c:pt>
                <c:pt idx="200">
                  <c:v>4.300885</c:v>
                </c:pt>
                <c:pt idx="201">
                  <c:v>7.321429</c:v>
                </c:pt>
                <c:pt idx="202">
                  <c:v>2.548673</c:v>
                </c:pt>
                <c:pt idx="203">
                  <c:v>6.798635</c:v>
                </c:pt>
                <c:pt idx="204">
                  <c:v>4.227666</c:v>
                </c:pt>
                <c:pt idx="205">
                  <c:v>6.515337</c:v>
                </c:pt>
                <c:pt idx="206">
                  <c:v>3.138462</c:v>
                </c:pt>
                <c:pt idx="207">
                  <c:v>4.337987</c:v>
                </c:pt>
                <c:pt idx="208">
                  <c:v>1.895522</c:v>
                </c:pt>
                <c:pt idx="209">
                  <c:v>2.41519</c:v>
                </c:pt>
                <c:pt idx="210">
                  <c:v>3.314079</c:v>
                </c:pt>
                <c:pt idx="211">
                  <c:v>3.23029</c:v>
                </c:pt>
                <c:pt idx="212">
                  <c:v>3.500766</c:v>
                </c:pt>
                <c:pt idx="213">
                  <c:v>3.545354</c:v>
                </c:pt>
                <c:pt idx="214">
                  <c:v>0.986667</c:v>
                </c:pt>
                <c:pt idx="215">
                  <c:v>2.161417</c:v>
                </c:pt>
                <c:pt idx="216">
                  <c:v>2.942051</c:v>
                </c:pt>
                <c:pt idx="217">
                  <c:v>3.617225</c:v>
                </c:pt>
                <c:pt idx="218">
                  <c:v>1.621622</c:v>
                </c:pt>
                <c:pt idx="219">
                  <c:v>1.418856</c:v>
                </c:pt>
                <c:pt idx="220">
                  <c:v>2.020619</c:v>
                </c:pt>
                <c:pt idx="221">
                  <c:v>2.443769</c:v>
                </c:pt>
                <c:pt idx="222">
                  <c:v>1.912088</c:v>
                </c:pt>
                <c:pt idx="223">
                  <c:v>1.740701</c:v>
                </c:pt>
                <c:pt idx="224">
                  <c:v>5.214629</c:v>
                </c:pt>
                <c:pt idx="225">
                  <c:v>2.451155</c:v>
                </c:pt>
                <c:pt idx="226">
                  <c:v>1.731602</c:v>
                </c:pt>
                <c:pt idx="227">
                  <c:v>3.461014</c:v>
                </c:pt>
                <c:pt idx="228">
                  <c:v>3.066841</c:v>
                </c:pt>
                <c:pt idx="229">
                  <c:v>4.01005</c:v>
                </c:pt>
                <c:pt idx="230">
                  <c:v>8.266121</c:v>
                </c:pt>
                <c:pt idx="231">
                  <c:v>1.459716</c:v>
                </c:pt>
                <c:pt idx="232">
                  <c:v>1.946781</c:v>
                </c:pt>
                <c:pt idx="233">
                  <c:v>1.174468</c:v>
                </c:pt>
                <c:pt idx="234">
                  <c:v>1.866221</c:v>
                </c:pt>
                <c:pt idx="235">
                  <c:v>1.180328</c:v>
                </c:pt>
                <c:pt idx="236">
                  <c:v>4.144099</c:v>
                </c:pt>
                <c:pt idx="237">
                  <c:v>3.097091</c:v>
                </c:pt>
                <c:pt idx="238">
                  <c:v>1.8</c:v>
                </c:pt>
                <c:pt idx="239">
                  <c:v>4.567691</c:v>
                </c:pt>
                <c:pt idx="240">
                  <c:v>3.565859</c:v>
                </c:pt>
                <c:pt idx="241">
                  <c:v>1.88392</c:v>
                </c:pt>
                <c:pt idx="242">
                  <c:v>1.997294</c:v>
                </c:pt>
                <c:pt idx="243">
                  <c:v>1.530612</c:v>
                </c:pt>
                <c:pt idx="244">
                  <c:v>2.424597</c:v>
                </c:pt>
                <c:pt idx="245">
                  <c:v>2.284768</c:v>
                </c:pt>
                <c:pt idx="246">
                  <c:v>2.502128</c:v>
                </c:pt>
                <c:pt idx="247">
                  <c:v>1.105173</c:v>
                </c:pt>
                <c:pt idx="248">
                  <c:v>1.817162</c:v>
                </c:pt>
                <c:pt idx="249">
                  <c:v>2.461731</c:v>
                </c:pt>
                <c:pt idx="250">
                  <c:v>2.968685</c:v>
                </c:pt>
                <c:pt idx="251">
                  <c:v>0.845953</c:v>
                </c:pt>
                <c:pt idx="252">
                  <c:v>1.699301</c:v>
                </c:pt>
                <c:pt idx="253">
                  <c:v>1.348468</c:v>
                </c:pt>
                <c:pt idx="254">
                  <c:v>2.170335</c:v>
                </c:pt>
                <c:pt idx="255">
                  <c:v>2.150246</c:v>
                </c:pt>
                <c:pt idx="256">
                  <c:v>1.896085</c:v>
                </c:pt>
                <c:pt idx="257">
                  <c:v>2.600881</c:v>
                </c:pt>
                <c:pt idx="258">
                  <c:v>2</c:v>
                </c:pt>
                <c:pt idx="259">
                  <c:v>3.762247</c:v>
                </c:pt>
                <c:pt idx="260">
                  <c:v>2.340702</c:v>
                </c:pt>
                <c:pt idx="261">
                  <c:v>3.315276</c:v>
                </c:pt>
                <c:pt idx="262">
                  <c:v>1.5053</c:v>
                </c:pt>
                <c:pt idx="263">
                  <c:v>1.785124</c:v>
                </c:pt>
                <c:pt idx="264">
                  <c:v>1.451613</c:v>
                </c:pt>
                <c:pt idx="265">
                  <c:v>2.983838</c:v>
                </c:pt>
                <c:pt idx="266">
                  <c:v>2.981408</c:v>
                </c:pt>
                <c:pt idx="267">
                  <c:v>2.079248</c:v>
                </c:pt>
                <c:pt idx="268">
                  <c:v>1.669243</c:v>
                </c:pt>
                <c:pt idx="269">
                  <c:v>2.725552</c:v>
                </c:pt>
                <c:pt idx="270">
                  <c:v>4.690442</c:v>
                </c:pt>
                <c:pt idx="271">
                  <c:v>8.454545</c:v>
                </c:pt>
                <c:pt idx="272">
                  <c:v>4.877419</c:v>
                </c:pt>
                <c:pt idx="273">
                  <c:v>4.470842</c:v>
                </c:pt>
                <c:pt idx="274">
                  <c:v>5.638017</c:v>
                </c:pt>
                <c:pt idx="275">
                  <c:v>5.060434</c:v>
                </c:pt>
                <c:pt idx="276">
                  <c:v>8.952612</c:v>
                </c:pt>
                <c:pt idx="277">
                  <c:v>3.77431</c:v>
                </c:pt>
                <c:pt idx="278">
                  <c:v>5.253673</c:v>
                </c:pt>
                <c:pt idx="279">
                  <c:v>5.305076</c:v>
                </c:pt>
                <c:pt idx="280">
                  <c:v>6.095657</c:v>
                </c:pt>
                <c:pt idx="281">
                  <c:v>3.76834</c:v>
                </c:pt>
                <c:pt idx="282">
                  <c:v>2.775296</c:v>
                </c:pt>
                <c:pt idx="283">
                  <c:v>5.392877</c:v>
                </c:pt>
                <c:pt idx="284">
                  <c:v>7.091121</c:v>
                </c:pt>
                <c:pt idx="285">
                  <c:v>7.064516</c:v>
                </c:pt>
                <c:pt idx="286">
                  <c:v>5.085688</c:v>
                </c:pt>
                <c:pt idx="287">
                  <c:v>5.921615</c:v>
                </c:pt>
                <c:pt idx="288">
                  <c:v>6.86631</c:v>
                </c:pt>
                <c:pt idx="289">
                  <c:v>6.364844</c:v>
                </c:pt>
                <c:pt idx="290">
                  <c:v>2.9869</c:v>
                </c:pt>
                <c:pt idx="291">
                  <c:v>7.894267</c:v>
                </c:pt>
                <c:pt idx="292">
                  <c:v>6.65993</c:v>
                </c:pt>
                <c:pt idx="293">
                  <c:v>7.058256</c:v>
                </c:pt>
                <c:pt idx="294">
                  <c:v>3.701915</c:v>
                </c:pt>
                <c:pt idx="295">
                  <c:v>6.018321</c:v>
                </c:pt>
                <c:pt idx="296">
                  <c:v>5.655172</c:v>
                </c:pt>
                <c:pt idx="297">
                  <c:v>4.045872</c:v>
                </c:pt>
                <c:pt idx="298">
                  <c:v>5.063882</c:v>
                </c:pt>
                <c:pt idx="299">
                  <c:v>6.032337</c:v>
                </c:pt>
                <c:pt idx="300">
                  <c:v>5.702521</c:v>
                </c:pt>
                <c:pt idx="301">
                  <c:v>8.020408</c:v>
                </c:pt>
                <c:pt idx="302">
                  <c:v>9.312386</c:v>
                </c:pt>
                <c:pt idx="303">
                  <c:v>4.671635</c:v>
                </c:pt>
                <c:pt idx="304">
                  <c:v>6.949693</c:v>
                </c:pt>
                <c:pt idx="305">
                  <c:v>3.36</c:v>
                </c:pt>
                <c:pt idx="306">
                  <c:v>6.979887</c:v>
                </c:pt>
                <c:pt idx="307">
                  <c:v>3.770228</c:v>
                </c:pt>
                <c:pt idx="308">
                  <c:v>4.628571</c:v>
                </c:pt>
                <c:pt idx="309">
                  <c:v>6.496046</c:v>
                </c:pt>
                <c:pt idx="310">
                  <c:v>6.166667</c:v>
                </c:pt>
                <c:pt idx="311">
                  <c:v>6.208076</c:v>
                </c:pt>
                <c:pt idx="312">
                  <c:v>3.827498</c:v>
                </c:pt>
                <c:pt idx="313">
                  <c:v>6.846464</c:v>
                </c:pt>
                <c:pt idx="314">
                  <c:v>3.290732</c:v>
                </c:pt>
                <c:pt idx="315">
                  <c:v>7.424275</c:v>
                </c:pt>
                <c:pt idx="316">
                  <c:v>9.411585</c:v>
                </c:pt>
                <c:pt idx="317">
                  <c:v>4.94864</c:v>
                </c:pt>
                <c:pt idx="318">
                  <c:v>5.65927</c:v>
                </c:pt>
                <c:pt idx="319">
                  <c:v>7.107791</c:v>
                </c:pt>
                <c:pt idx="320">
                  <c:v>5.738046</c:v>
                </c:pt>
                <c:pt idx="321">
                  <c:v>2.172244</c:v>
                </c:pt>
                <c:pt idx="322">
                  <c:v>5.549095</c:v>
                </c:pt>
                <c:pt idx="323">
                  <c:v>6.17378</c:v>
                </c:pt>
                <c:pt idx="324">
                  <c:v>6.648023</c:v>
                </c:pt>
                <c:pt idx="325">
                  <c:v>10.829721</c:v>
                </c:pt>
                <c:pt idx="326">
                  <c:v>5.263427</c:v>
                </c:pt>
                <c:pt idx="327">
                  <c:v>2.610169</c:v>
                </c:pt>
                <c:pt idx="328">
                  <c:v>6.554424</c:v>
                </c:pt>
                <c:pt idx="329">
                  <c:v>5.799116</c:v>
                </c:pt>
                <c:pt idx="330">
                  <c:v>3.780196</c:v>
                </c:pt>
                <c:pt idx="331">
                  <c:v>5.733937</c:v>
                </c:pt>
                <c:pt idx="332">
                  <c:v>4.437917</c:v>
                </c:pt>
                <c:pt idx="333">
                  <c:v>5.060743</c:v>
                </c:pt>
                <c:pt idx="334">
                  <c:v>5.99698</c:v>
                </c:pt>
                <c:pt idx="335">
                  <c:v>4.806818</c:v>
                </c:pt>
                <c:pt idx="336">
                  <c:v>7.067368</c:v>
                </c:pt>
                <c:pt idx="337">
                  <c:v>6.333996</c:v>
                </c:pt>
                <c:pt idx="338">
                  <c:v>12.161725</c:v>
                </c:pt>
                <c:pt idx="339">
                  <c:v>4.366762</c:v>
                </c:pt>
                <c:pt idx="340">
                  <c:v>5.940549</c:v>
                </c:pt>
                <c:pt idx="341">
                  <c:v>6.288675</c:v>
                </c:pt>
                <c:pt idx="342">
                  <c:v>8.05012</c:v>
                </c:pt>
                <c:pt idx="343">
                  <c:v>3.337518</c:v>
                </c:pt>
                <c:pt idx="344">
                  <c:v>5.54539</c:v>
                </c:pt>
                <c:pt idx="345">
                  <c:v>4.673267</c:v>
                </c:pt>
                <c:pt idx="346">
                  <c:v>8.898876</c:v>
                </c:pt>
                <c:pt idx="347">
                  <c:v>6.234733</c:v>
                </c:pt>
                <c:pt idx="348">
                  <c:v>4.797839</c:v>
                </c:pt>
                <c:pt idx="349">
                  <c:v>5.902222</c:v>
                </c:pt>
                <c:pt idx="350">
                  <c:v>4.029231</c:v>
                </c:pt>
                <c:pt idx="351">
                  <c:v>4.140231</c:v>
                </c:pt>
                <c:pt idx="352">
                  <c:v>6.211503</c:v>
                </c:pt>
                <c:pt idx="353">
                  <c:v>5.207547</c:v>
                </c:pt>
                <c:pt idx="354">
                  <c:v>5.254054</c:v>
                </c:pt>
                <c:pt idx="355">
                  <c:v>6.853258</c:v>
                </c:pt>
                <c:pt idx="356">
                  <c:v>3.959637</c:v>
                </c:pt>
                <c:pt idx="357">
                  <c:v>5.479024</c:v>
                </c:pt>
                <c:pt idx="358">
                  <c:v>6.913433</c:v>
                </c:pt>
              </c:numCache>
            </c:numRef>
          </c:xVal>
          <c:yVal>
            <c:numRef>
              <c:f>Sheet1!$D$2:$D$360</c:f>
              <c:numCache>
                <c:formatCode>General</c:formatCode>
                <c:ptCount val="359"/>
                <c:pt idx="208">
                  <c:v>6.104478</c:v>
                </c:pt>
                <c:pt idx="209">
                  <c:v>9.524051</c:v>
                </c:pt>
                <c:pt idx="210">
                  <c:v>11.306859</c:v>
                </c:pt>
                <c:pt idx="211">
                  <c:v>13.462656</c:v>
                </c:pt>
                <c:pt idx="212">
                  <c:v>11.039816</c:v>
                </c:pt>
                <c:pt idx="213">
                  <c:v>12.808589</c:v>
                </c:pt>
                <c:pt idx="214">
                  <c:v>18.88</c:v>
                </c:pt>
                <c:pt idx="215">
                  <c:v>8.645669</c:v>
                </c:pt>
                <c:pt idx="216">
                  <c:v>12.517088</c:v>
                </c:pt>
                <c:pt idx="217">
                  <c:v>9.215311</c:v>
                </c:pt>
                <c:pt idx="218">
                  <c:v>11.805405</c:v>
                </c:pt>
                <c:pt idx="219">
                  <c:v>13.659969</c:v>
                </c:pt>
                <c:pt idx="220">
                  <c:v>10.474227</c:v>
                </c:pt>
                <c:pt idx="221">
                  <c:v>9.519757</c:v>
                </c:pt>
                <c:pt idx="222">
                  <c:v>13.714286</c:v>
                </c:pt>
                <c:pt idx="223">
                  <c:v>14.843783</c:v>
                </c:pt>
                <c:pt idx="224">
                  <c:v>14.500481</c:v>
                </c:pt>
                <c:pt idx="225">
                  <c:v>8.717584</c:v>
                </c:pt>
                <c:pt idx="226">
                  <c:v>9.229437</c:v>
                </c:pt>
                <c:pt idx="227">
                  <c:v>11.691143</c:v>
                </c:pt>
                <c:pt idx="228">
                  <c:v>8.115334</c:v>
                </c:pt>
                <c:pt idx="229">
                  <c:v>12.633166</c:v>
                </c:pt>
                <c:pt idx="230">
                  <c:v>13.756397</c:v>
                </c:pt>
                <c:pt idx="231">
                  <c:v>10.900474</c:v>
                </c:pt>
                <c:pt idx="232">
                  <c:v>9.950215</c:v>
                </c:pt>
                <c:pt idx="233">
                  <c:v>10.570213</c:v>
                </c:pt>
                <c:pt idx="234">
                  <c:v>12.561873</c:v>
                </c:pt>
                <c:pt idx="235">
                  <c:v>10.229508</c:v>
                </c:pt>
                <c:pt idx="236">
                  <c:v>10.986335</c:v>
                </c:pt>
                <c:pt idx="237">
                  <c:v>11.960672</c:v>
                </c:pt>
                <c:pt idx="238">
                  <c:v>8.164286</c:v>
                </c:pt>
                <c:pt idx="239">
                  <c:v>8.711576</c:v>
                </c:pt>
                <c:pt idx="240">
                  <c:v>11.873551</c:v>
                </c:pt>
                <c:pt idx="241">
                  <c:v>10.686965</c:v>
                </c:pt>
                <c:pt idx="242">
                  <c:v>11.594046</c:v>
                </c:pt>
                <c:pt idx="243">
                  <c:v>9</c:v>
                </c:pt>
                <c:pt idx="244">
                  <c:v>10.172767</c:v>
                </c:pt>
                <c:pt idx="245">
                  <c:v>11.165563</c:v>
                </c:pt>
                <c:pt idx="246">
                  <c:v>12.017021</c:v>
                </c:pt>
                <c:pt idx="247">
                  <c:v>11.031268</c:v>
                </c:pt>
                <c:pt idx="248">
                  <c:v>12.29613</c:v>
                </c:pt>
                <c:pt idx="249">
                  <c:v>11.02133</c:v>
                </c:pt>
                <c:pt idx="250">
                  <c:v>10.74739</c:v>
                </c:pt>
                <c:pt idx="251">
                  <c:v>12.360313</c:v>
                </c:pt>
                <c:pt idx="252">
                  <c:v>8.433566</c:v>
                </c:pt>
                <c:pt idx="253">
                  <c:v>8.62202</c:v>
                </c:pt>
                <c:pt idx="254">
                  <c:v>11.609569</c:v>
                </c:pt>
                <c:pt idx="255">
                  <c:v>10.795567</c:v>
                </c:pt>
                <c:pt idx="256">
                  <c:v>9.634164</c:v>
                </c:pt>
                <c:pt idx="257">
                  <c:v>10.815859</c:v>
                </c:pt>
                <c:pt idx="258">
                  <c:v>7.8125</c:v>
                </c:pt>
                <c:pt idx="259">
                  <c:v>11.004572</c:v>
                </c:pt>
                <c:pt idx="260">
                  <c:v>11.141743</c:v>
                </c:pt>
                <c:pt idx="261">
                  <c:v>15.172264</c:v>
                </c:pt>
                <c:pt idx="262">
                  <c:v>10.770318</c:v>
                </c:pt>
                <c:pt idx="263">
                  <c:v>11.107438</c:v>
                </c:pt>
                <c:pt idx="264">
                  <c:v>11.637097</c:v>
                </c:pt>
                <c:pt idx="265">
                  <c:v>9.667634</c:v>
                </c:pt>
                <c:pt idx="266">
                  <c:v>14.379718</c:v>
                </c:pt>
                <c:pt idx="267">
                  <c:v>6.237743</c:v>
                </c:pt>
                <c:pt idx="268">
                  <c:v>10.516229</c:v>
                </c:pt>
                <c:pt idx="269">
                  <c:v>9.130599</c:v>
                </c:pt>
                <c:pt idx="270">
                  <c:v>12.924394</c:v>
                </c:pt>
              </c:numCache>
            </c:numRef>
          </c:yVal>
          <c:smooth val="0"/>
        </c:ser>
        <c:ser>
          <c:idx val="3"/>
          <c:order val="3"/>
          <c:tx>
            <c:strRef>
              <c:f>Sheet1!$E$1</c:f>
              <c:strCache>
                <c:ptCount val="1"/>
              </c:strCache>
            </c:strRef>
          </c:tx>
          <c:spPr>
            <a:solidFill>
              <a:srgbClr val="8AB4F8"/>
            </a:solidFill>
            <a:ln>
              <a:noFill/>
            </a:ln>
            <a:effectLst/>
          </c:spPr>
          <c:marker>
            <c:symbol val="circle"/>
            <c:size val="5"/>
            <c:spPr>
              <a:solidFill>
                <a:srgbClr val="8AB4F8"/>
              </a:solidFill>
              <a:ln w="9525" cap="flat">
                <a:solidFill>
                  <a:srgbClr val="8AB4F8"/>
                </a:solidFill>
                <a:prstDash val="solid"/>
                <a:round/>
              </a:ln>
              <a:effectLst/>
            </c:spPr>
          </c:marker>
          <c:xVal>
            <c:numRef>
              <c:f>Sheet1!$A$2:$A$360</c:f>
              <c:numCache>
                <c:formatCode>General</c:formatCode>
                <c:ptCount val="359"/>
                <c:pt idx="0">
                  <c:v>1.929556</c:v>
                </c:pt>
                <c:pt idx="1">
                  <c:v>3.471871</c:v>
                </c:pt>
                <c:pt idx="2">
                  <c:v>3.015707</c:v>
                </c:pt>
                <c:pt idx="3">
                  <c:v>3.127962</c:v>
                </c:pt>
                <c:pt idx="4">
                  <c:v>2.64482</c:v>
                </c:pt>
                <c:pt idx="5">
                  <c:v>2.359459</c:v>
                </c:pt>
                <c:pt idx="6">
                  <c:v>5.213115</c:v>
                </c:pt>
                <c:pt idx="7">
                  <c:v>5.292715</c:v>
                </c:pt>
                <c:pt idx="8">
                  <c:v>4.561347</c:v>
                </c:pt>
                <c:pt idx="9">
                  <c:v>1.866667</c:v>
                </c:pt>
                <c:pt idx="10">
                  <c:v>2.61602</c:v>
                </c:pt>
                <c:pt idx="11">
                  <c:v>3.294812</c:v>
                </c:pt>
                <c:pt idx="12">
                  <c:v>1.586291</c:v>
                </c:pt>
                <c:pt idx="13">
                  <c:v>1.49685</c:v>
                </c:pt>
                <c:pt idx="14">
                  <c:v>2.055363</c:v>
                </c:pt>
                <c:pt idx="15">
                  <c:v>2.798144</c:v>
                </c:pt>
                <c:pt idx="16">
                  <c:v>2.57561</c:v>
                </c:pt>
                <c:pt idx="17">
                  <c:v>2.231156</c:v>
                </c:pt>
                <c:pt idx="18">
                  <c:v>2.358153</c:v>
                </c:pt>
                <c:pt idx="19">
                  <c:v>2.787611</c:v>
                </c:pt>
                <c:pt idx="20">
                  <c:v>1.984791</c:v>
                </c:pt>
                <c:pt idx="21">
                  <c:v>1.992757</c:v>
                </c:pt>
                <c:pt idx="22">
                  <c:v>3.466507</c:v>
                </c:pt>
                <c:pt idx="23">
                  <c:v>5.95539</c:v>
                </c:pt>
                <c:pt idx="24">
                  <c:v>2.740433</c:v>
                </c:pt>
                <c:pt idx="25">
                  <c:v>3.423913</c:v>
                </c:pt>
                <c:pt idx="26">
                  <c:v>4.038934</c:v>
                </c:pt>
                <c:pt idx="27">
                  <c:v>1.483417</c:v>
                </c:pt>
                <c:pt idx="28">
                  <c:v>2.813793</c:v>
                </c:pt>
                <c:pt idx="29">
                  <c:v>2.032258</c:v>
                </c:pt>
                <c:pt idx="30">
                  <c:v>1.926816</c:v>
                </c:pt>
                <c:pt idx="31">
                  <c:v>3.935155</c:v>
                </c:pt>
                <c:pt idx="32">
                  <c:v>1.988166</c:v>
                </c:pt>
                <c:pt idx="33">
                  <c:v>2.412943</c:v>
                </c:pt>
                <c:pt idx="34">
                  <c:v>4.721311</c:v>
                </c:pt>
                <c:pt idx="35">
                  <c:v>2.228928</c:v>
                </c:pt>
                <c:pt idx="36">
                  <c:v>4.403548</c:v>
                </c:pt>
                <c:pt idx="37">
                  <c:v>4.060976</c:v>
                </c:pt>
                <c:pt idx="38">
                  <c:v>1.860835</c:v>
                </c:pt>
                <c:pt idx="39">
                  <c:v>5.185321</c:v>
                </c:pt>
                <c:pt idx="40">
                  <c:v>1.765906</c:v>
                </c:pt>
                <c:pt idx="41">
                  <c:v>3.253644</c:v>
                </c:pt>
                <c:pt idx="42">
                  <c:v>3.377246</c:v>
                </c:pt>
                <c:pt idx="43">
                  <c:v>3.25189</c:v>
                </c:pt>
                <c:pt idx="44">
                  <c:v>2.238342</c:v>
                </c:pt>
                <c:pt idx="45">
                  <c:v>2.041791</c:v>
                </c:pt>
                <c:pt idx="46">
                  <c:v>2.928328</c:v>
                </c:pt>
                <c:pt idx="47">
                  <c:v>3.105</c:v>
                </c:pt>
                <c:pt idx="48">
                  <c:v>2.44586</c:v>
                </c:pt>
                <c:pt idx="49">
                  <c:v>1.923664</c:v>
                </c:pt>
                <c:pt idx="50">
                  <c:v>3.630252</c:v>
                </c:pt>
                <c:pt idx="51">
                  <c:v>1.338552</c:v>
                </c:pt>
                <c:pt idx="52">
                  <c:v>3.373228</c:v>
                </c:pt>
                <c:pt idx="53">
                  <c:v>2.213025</c:v>
                </c:pt>
                <c:pt idx="54">
                  <c:v>1.66296</c:v>
                </c:pt>
                <c:pt idx="55">
                  <c:v>2.283582</c:v>
                </c:pt>
                <c:pt idx="56">
                  <c:v>1.390836</c:v>
                </c:pt>
                <c:pt idx="57">
                  <c:v>4.896</c:v>
                </c:pt>
                <c:pt idx="58">
                  <c:v>1.345455</c:v>
                </c:pt>
                <c:pt idx="59">
                  <c:v>2.674003</c:v>
                </c:pt>
                <c:pt idx="60">
                  <c:v>3.71134</c:v>
                </c:pt>
                <c:pt idx="61">
                  <c:v>3.971631</c:v>
                </c:pt>
                <c:pt idx="62">
                  <c:v>2.259238</c:v>
                </c:pt>
                <c:pt idx="63">
                  <c:v>1.516854</c:v>
                </c:pt>
                <c:pt idx="64">
                  <c:v>3.70418</c:v>
                </c:pt>
                <c:pt idx="65">
                  <c:v>1.862069</c:v>
                </c:pt>
                <c:pt idx="66">
                  <c:v>4.546185</c:v>
                </c:pt>
                <c:pt idx="67">
                  <c:v>1.693632</c:v>
                </c:pt>
                <c:pt idx="68">
                  <c:v>2.946378</c:v>
                </c:pt>
                <c:pt idx="69">
                  <c:v>1.981923</c:v>
                </c:pt>
                <c:pt idx="70">
                  <c:v>3.81853</c:v>
                </c:pt>
                <c:pt idx="71">
                  <c:v>3.215777</c:v>
                </c:pt>
                <c:pt idx="72">
                  <c:v>1.876543</c:v>
                </c:pt>
                <c:pt idx="73">
                  <c:v>1.597808</c:v>
                </c:pt>
                <c:pt idx="74">
                  <c:v>2.475836</c:v>
                </c:pt>
                <c:pt idx="75">
                  <c:v>3.633645</c:v>
                </c:pt>
                <c:pt idx="76">
                  <c:v>2.148445</c:v>
                </c:pt>
                <c:pt idx="77">
                  <c:v>2.434164</c:v>
                </c:pt>
                <c:pt idx="78">
                  <c:v>3.143662</c:v>
                </c:pt>
                <c:pt idx="79">
                  <c:v>2.624631</c:v>
                </c:pt>
                <c:pt idx="80">
                  <c:v>2.514286</c:v>
                </c:pt>
                <c:pt idx="81">
                  <c:v>3.815065</c:v>
                </c:pt>
                <c:pt idx="82">
                  <c:v>4.385455</c:v>
                </c:pt>
                <c:pt idx="83">
                  <c:v>1.475936</c:v>
                </c:pt>
                <c:pt idx="84">
                  <c:v>2.286486</c:v>
                </c:pt>
                <c:pt idx="85">
                  <c:v>1.710947</c:v>
                </c:pt>
                <c:pt idx="86">
                  <c:v>2.663584</c:v>
                </c:pt>
                <c:pt idx="87">
                  <c:v>2.61185</c:v>
                </c:pt>
                <c:pt idx="88">
                  <c:v>2.733075</c:v>
                </c:pt>
                <c:pt idx="89">
                  <c:v>1.847507</c:v>
                </c:pt>
                <c:pt idx="90">
                  <c:v>2.468144</c:v>
                </c:pt>
                <c:pt idx="91">
                  <c:v>3.442864</c:v>
                </c:pt>
                <c:pt idx="92">
                  <c:v>1.950828</c:v>
                </c:pt>
                <c:pt idx="93">
                  <c:v>1.941985</c:v>
                </c:pt>
                <c:pt idx="94">
                  <c:v>3.931408</c:v>
                </c:pt>
                <c:pt idx="95">
                  <c:v>2.318049</c:v>
                </c:pt>
                <c:pt idx="96">
                  <c:v>1.823063</c:v>
                </c:pt>
                <c:pt idx="97">
                  <c:v>1.810414</c:v>
                </c:pt>
                <c:pt idx="98">
                  <c:v>1.607767</c:v>
                </c:pt>
                <c:pt idx="99">
                  <c:v>4.365904</c:v>
                </c:pt>
                <c:pt idx="100">
                  <c:v>1.758958</c:v>
                </c:pt>
                <c:pt idx="101">
                  <c:v>2.638298</c:v>
                </c:pt>
                <c:pt idx="102">
                  <c:v>1.727316</c:v>
                </c:pt>
                <c:pt idx="103">
                  <c:v>3.406542</c:v>
                </c:pt>
                <c:pt idx="104">
                  <c:v>2.02385</c:v>
                </c:pt>
                <c:pt idx="105">
                  <c:v>2.43609</c:v>
                </c:pt>
                <c:pt idx="106">
                  <c:v>1.798966</c:v>
                </c:pt>
                <c:pt idx="107">
                  <c:v>2.869565</c:v>
                </c:pt>
                <c:pt idx="108">
                  <c:v>3.090361</c:v>
                </c:pt>
                <c:pt idx="109">
                  <c:v>2.461126</c:v>
                </c:pt>
                <c:pt idx="110">
                  <c:v>1.767442</c:v>
                </c:pt>
                <c:pt idx="111">
                  <c:v>1.83855</c:v>
                </c:pt>
                <c:pt idx="112">
                  <c:v>3.087591</c:v>
                </c:pt>
                <c:pt idx="113">
                  <c:v>3.125</c:v>
                </c:pt>
                <c:pt idx="114">
                  <c:v>1.873171</c:v>
                </c:pt>
                <c:pt idx="115">
                  <c:v>2.290562</c:v>
                </c:pt>
                <c:pt idx="116">
                  <c:v>1.798514</c:v>
                </c:pt>
                <c:pt idx="117">
                  <c:v>1.845506</c:v>
                </c:pt>
                <c:pt idx="118">
                  <c:v>3.109635</c:v>
                </c:pt>
                <c:pt idx="119">
                  <c:v>2.512956</c:v>
                </c:pt>
                <c:pt idx="120">
                  <c:v>4.4098</c:v>
                </c:pt>
                <c:pt idx="121">
                  <c:v>3.325438</c:v>
                </c:pt>
                <c:pt idx="122">
                  <c:v>2.341104</c:v>
                </c:pt>
                <c:pt idx="123">
                  <c:v>2.598653</c:v>
                </c:pt>
                <c:pt idx="124">
                  <c:v>3.007688</c:v>
                </c:pt>
                <c:pt idx="125">
                  <c:v>2.643726</c:v>
                </c:pt>
                <c:pt idx="126">
                  <c:v>1.280982</c:v>
                </c:pt>
                <c:pt idx="127">
                  <c:v>3.527638</c:v>
                </c:pt>
                <c:pt idx="128">
                  <c:v>2.081633</c:v>
                </c:pt>
                <c:pt idx="129">
                  <c:v>3.327172</c:v>
                </c:pt>
                <c:pt idx="130">
                  <c:v>2.196949</c:v>
                </c:pt>
                <c:pt idx="131">
                  <c:v>2.517312</c:v>
                </c:pt>
                <c:pt idx="132">
                  <c:v>2.580964</c:v>
                </c:pt>
                <c:pt idx="133">
                  <c:v>2.446899</c:v>
                </c:pt>
                <c:pt idx="134">
                  <c:v>3.064775</c:v>
                </c:pt>
                <c:pt idx="135">
                  <c:v>2.138085</c:v>
                </c:pt>
                <c:pt idx="136">
                  <c:v>1.792358</c:v>
                </c:pt>
                <c:pt idx="137">
                  <c:v>4.089416</c:v>
                </c:pt>
                <c:pt idx="138">
                  <c:v>4.557769</c:v>
                </c:pt>
                <c:pt idx="139">
                  <c:v>2.787248</c:v>
                </c:pt>
                <c:pt idx="140">
                  <c:v>2.929655</c:v>
                </c:pt>
                <c:pt idx="141">
                  <c:v>2.174288</c:v>
                </c:pt>
                <c:pt idx="142">
                  <c:v>1.345794</c:v>
                </c:pt>
                <c:pt idx="143">
                  <c:v>3.868714</c:v>
                </c:pt>
                <c:pt idx="144">
                  <c:v>1.338462</c:v>
                </c:pt>
                <c:pt idx="145">
                  <c:v>4.993902</c:v>
                </c:pt>
                <c:pt idx="146">
                  <c:v>2.819277</c:v>
                </c:pt>
                <c:pt idx="147">
                  <c:v>3.198488</c:v>
                </c:pt>
                <c:pt idx="148">
                  <c:v>3.616071</c:v>
                </c:pt>
                <c:pt idx="149">
                  <c:v>3.514961</c:v>
                </c:pt>
                <c:pt idx="150">
                  <c:v>2.306348</c:v>
                </c:pt>
                <c:pt idx="151">
                  <c:v>1.722628</c:v>
                </c:pt>
                <c:pt idx="152">
                  <c:v>1.348468</c:v>
                </c:pt>
                <c:pt idx="153">
                  <c:v>3.390411</c:v>
                </c:pt>
                <c:pt idx="154">
                  <c:v>1.926042</c:v>
                </c:pt>
                <c:pt idx="155">
                  <c:v>9.228963</c:v>
                </c:pt>
                <c:pt idx="156">
                  <c:v>5.386162</c:v>
                </c:pt>
                <c:pt idx="157">
                  <c:v>7.377453</c:v>
                </c:pt>
                <c:pt idx="158">
                  <c:v>7.218873</c:v>
                </c:pt>
                <c:pt idx="159">
                  <c:v>7.054054</c:v>
                </c:pt>
                <c:pt idx="160">
                  <c:v>2.958904</c:v>
                </c:pt>
                <c:pt idx="161">
                  <c:v>8.005358</c:v>
                </c:pt>
                <c:pt idx="162">
                  <c:v>7.097727</c:v>
                </c:pt>
                <c:pt idx="163">
                  <c:v>10.841699</c:v>
                </c:pt>
                <c:pt idx="164">
                  <c:v>3.345395</c:v>
                </c:pt>
                <c:pt idx="165">
                  <c:v>6.267581</c:v>
                </c:pt>
                <c:pt idx="166">
                  <c:v>5.134328</c:v>
                </c:pt>
                <c:pt idx="167">
                  <c:v>7.309353</c:v>
                </c:pt>
                <c:pt idx="168">
                  <c:v>4.358824</c:v>
                </c:pt>
                <c:pt idx="169">
                  <c:v>6.698145</c:v>
                </c:pt>
                <c:pt idx="170">
                  <c:v>5.781377</c:v>
                </c:pt>
                <c:pt idx="171">
                  <c:v>2.522628</c:v>
                </c:pt>
                <c:pt idx="172">
                  <c:v>6.325879</c:v>
                </c:pt>
                <c:pt idx="173">
                  <c:v>3.370213</c:v>
                </c:pt>
                <c:pt idx="174">
                  <c:v>9.032592</c:v>
                </c:pt>
                <c:pt idx="175">
                  <c:v>2.22824</c:v>
                </c:pt>
                <c:pt idx="176">
                  <c:v>4.965517</c:v>
                </c:pt>
                <c:pt idx="177">
                  <c:v>2.177419</c:v>
                </c:pt>
                <c:pt idx="178">
                  <c:v>1.927823</c:v>
                </c:pt>
                <c:pt idx="179">
                  <c:v>2.390041</c:v>
                </c:pt>
                <c:pt idx="180">
                  <c:v>6.90085</c:v>
                </c:pt>
                <c:pt idx="181">
                  <c:v>4.015656</c:v>
                </c:pt>
                <c:pt idx="182">
                  <c:v>4.747253</c:v>
                </c:pt>
                <c:pt idx="183">
                  <c:v>5.342466</c:v>
                </c:pt>
                <c:pt idx="184">
                  <c:v>3.086601</c:v>
                </c:pt>
                <c:pt idx="185">
                  <c:v>4.093294</c:v>
                </c:pt>
                <c:pt idx="186">
                  <c:v>2.837257</c:v>
                </c:pt>
                <c:pt idx="187">
                  <c:v>2.222985</c:v>
                </c:pt>
                <c:pt idx="188">
                  <c:v>7.07604</c:v>
                </c:pt>
                <c:pt idx="189">
                  <c:v>5.269122</c:v>
                </c:pt>
                <c:pt idx="190">
                  <c:v>3.662957</c:v>
                </c:pt>
                <c:pt idx="191">
                  <c:v>8.05618</c:v>
                </c:pt>
                <c:pt idx="192">
                  <c:v>1.756098</c:v>
                </c:pt>
                <c:pt idx="193">
                  <c:v>8.042553</c:v>
                </c:pt>
                <c:pt idx="194">
                  <c:v>5.946903</c:v>
                </c:pt>
                <c:pt idx="195">
                  <c:v>2.527347</c:v>
                </c:pt>
                <c:pt idx="196">
                  <c:v>6.707224</c:v>
                </c:pt>
                <c:pt idx="197">
                  <c:v>3.11811</c:v>
                </c:pt>
                <c:pt idx="198">
                  <c:v>3.642646</c:v>
                </c:pt>
                <c:pt idx="199">
                  <c:v>5.987903</c:v>
                </c:pt>
                <c:pt idx="200">
                  <c:v>4.300885</c:v>
                </c:pt>
                <c:pt idx="201">
                  <c:v>7.321429</c:v>
                </c:pt>
                <c:pt idx="202">
                  <c:v>2.548673</c:v>
                </c:pt>
                <c:pt idx="203">
                  <c:v>6.798635</c:v>
                </c:pt>
                <c:pt idx="204">
                  <c:v>4.227666</c:v>
                </c:pt>
                <c:pt idx="205">
                  <c:v>6.515337</c:v>
                </c:pt>
                <c:pt idx="206">
                  <c:v>3.138462</c:v>
                </c:pt>
                <c:pt idx="207">
                  <c:v>4.337987</c:v>
                </c:pt>
                <c:pt idx="208">
                  <c:v>1.895522</c:v>
                </c:pt>
                <c:pt idx="209">
                  <c:v>2.41519</c:v>
                </c:pt>
                <c:pt idx="210">
                  <c:v>3.314079</c:v>
                </c:pt>
                <c:pt idx="211">
                  <c:v>3.23029</c:v>
                </c:pt>
                <c:pt idx="212">
                  <c:v>3.500766</c:v>
                </c:pt>
                <c:pt idx="213">
                  <c:v>3.545354</c:v>
                </c:pt>
                <c:pt idx="214">
                  <c:v>0.986667</c:v>
                </c:pt>
                <c:pt idx="215">
                  <c:v>2.161417</c:v>
                </c:pt>
                <c:pt idx="216">
                  <c:v>2.942051</c:v>
                </c:pt>
                <c:pt idx="217">
                  <c:v>3.617225</c:v>
                </c:pt>
                <c:pt idx="218">
                  <c:v>1.621622</c:v>
                </c:pt>
                <c:pt idx="219">
                  <c:v>1.418856</c:v>
                </c:pt>
                <c:pt idx="220">
                  <c:v>2.020619</c:v>
                </c:pt>
                <c:pt idx="221">
                  <c:v>2.443769</c:v>
                </c:pt>
                <c:pt idx="222">
                  <c:v>1.912088</c:v>
                </c:pt>
                <c:pt idx="223">
                  <c:v>1.740701</c:v>
                </c:pt>
                <c:pt idx="224">
                  <c:v>5.214629</c:v>
                </c:pt>
                <c:pt idx="225">
                  <c:v>2.451155</c:v>
                </c:pt>
                <c:pt idx="226">
                  <c:v>1.731602</c:v>
                </c:pt>
                <c:pt idx="227">
                  <c:v>3.461014</c:v>
                </c:pt>
                <c:pt idx="228">
                  <c:v>3.066841</c:v>
                </c:pt>
                <c:pt idx="229">
                  <c:v>4.01005</c:v>
                </c:pt>
                <c:pt idx="230">
                  <c:v>8.266121</c:v>
                </c:pt>
                <c:pt idx="231">
                  <c:v>1.459716</c:v>
                </c:pt>
                <c:pt idx="232">
                  <c:v>1.946781</c:v>
                </c:pt>
                <c:pt idx="233">
                  <c:v>1.174468</c:v>
                </c:pt>
                <c:pt idx="234">
                  <c:v>1.866221</c:v>
                </c:pt>
                <c:pt idx="235">
                  <c:v>1.180328</c:v>
                </c:pt>
                <c:pt idx="236">
                  <c:v>4.144099</c:v>
                </c:pt>
                <c:pt idx="237">
                  <c:v>3.097091</c:v>
                </c:pt>
                <c:pt idx="238">
                  <c:v>1.8</c:v>
                </c:pt>
                <c:pt idx="239">
                  <c:v>4.567691</c:v>
                </c:pt>
                <c:pt idx="240">
                  <c:v>3.565859</c:v>
                </c:pt>
                <c:pt idx="241">
                  <c:v>1.88392</c:v>
                </c:pt>
                <c:pt idx="242">
                  <c:v>1.997294</c:v>
                </c:pt>
                <c:pt idx="243">
                  <c:v>1.530612</c:v>
                </c:pt>
                <c:pt idx="244">
                  <c:v>2.424597</c:v>
                </c:pt>
                <c:pt idx="245">
                  <c:v>2.284768</c:v>
                </c:pt>
                <c:pt idx="246">
                  <c:v>2.502128</c:v>
                </c:pt>
                <c:pt idx="247">
                  <c:v>1.105173</c:v>
                </c:pt>
                <c:pt idx="248">
                  <c:v>1.817162</c:v>
                </c:pt>
                <c:pt idx="249">
                  <c:v>2.461731</c:v>
                </c:pt>
                <c:pt idx="250">
                  <c:v>2.968685</c:v>
                </c:pt>
                <c:pt idx="251">
                  <c:v>0.845953</c:v>
                </c:pt>
                <c:pt idx="252">
                  <c:v>1.699301</c:v>
                </c:pt>
                <c:pt idx="253">
                  <c:v>1.348468</c:v>
                </c:pt>
                <c:pt idx="254">
                  <c:v>2.170335</c:v>
                </c:pt>
                <c:pt idx="255">
                  <c:v>2.150246</c:v>
                </c:pt>
                <c:pt idx="256">
                  <c:v>1.896085</c:v>
                </c:pt>
                <c:pt idx="257">
                  <c:v>2.600881</c:v>
                </c:pt>
                <c:pt idx="258">
                  <c:v>2</c:v>
                </c:pt>
                <c:pt idx="259">
                  <c:v>3.762247</c:v>
                </c:pt>
                <c:pt idx="260">
                  <c:v>2.340702</c:v>
                </c:pt>
                <c:pt idx="261">
                  <c:v>3.315276</c:v>
                </c:pt>
                <c:pt idx="262">
                  <c:v>1.5053</c:v>
                </c:pt>
                <c:pt idx="263">
                  <c:v>1.785124</c:v>
                </c:pt>
                <c:pt idx="264">
                  <c:v>1.451613</c:v>
                </c:pt>
                <c:pt idx="265">
                  <c:v>2.983838</c:v>
                </c:pt>
                <c:pt idx="266">
                  <c:v>2.981408</c:v>
                </c:pt>
                <c:pt idx="267">
                  <c:v>2.079248</c:v>
                </c:pt>
                <c:pt idx="268">
                  <c:v>1.669243</c:v>
                </c:pt>
                <c:pt idx="269">
                  <c:v>2.725552</c:v>
                </c:pt>
                <c:pt idx="270">
                  <c:v>4.690442</c:v>
                </c:pt>
                <c:pt idx="271">
                  <c:v>8.454545</c:v>
                </c:pt>
                <c:pt idx="272">
                  <c:v>4.877419</c:v>
                </c:pt>
                <c:pt idx="273">
                  <c:v>4.470842</c:v>
                </c:pt>
                <c:pt idx="274">
                  <c:v>5.638017</c:v>
                </c:pt>
                <c:pt idx="275">
                  <c:v>5.060434</c:v>
                </c:pt>
                <c:pt idx="276">
                  <c:v>8.952612</c:v>
                </c:pt>
                <c:pt idx="277">
                  <c:v>3.77431</c:v>
                </c:pt>
                <c:pt idx="278">
                  <c:v>5.253673</c:v>
                </c:pt>
                <c:pt idx="279">
                  <c:v>5.305076</c:v>
                </c:pt>
                <c:pt idx="280">
                  <c:v>6.095657</c:v>
                </c:pt>
                <c:pt idx="281">
                  <c:v>3.76834</c:v>
                </c:pt>
                <c:pt idx="282">
                  <c:v>2.775296</c:v>
                </c:pt>
                <c:pt idx="283">
                  <c:v>5.392877</c:v>
                </c:pt>
                <c:pt idx="284">
                  <c:v>7.091121</c:v>
                </c:pt>
                <c:pt idx="285">
                  <c:v>7.064516</c:v>
                </c:pt>
                <c:pt idx="286">
                  <c:v>5.085688</c:v>
                </c:pt>
                <c:pt idx="287">
                  <c:v>5.921615</c:v>
                </c:pt>
                <c:pt idx="288">
                  <c:v>6.86631</c:v>
                </c:pt>
                <c:pt idx="289">
                  <c:v>6.364844</c:v>
                </c:pt>
                <c:pt idx="290">
                  <c:v>2.9869</c:v>
                </c:pt>
                <c:pt idx="291">
                  <c:v>7.894267</c:v>
                </c:pt>
                <c:pt idx="292">
                  <c:v>6.65993</c:v>
                </c:pt>
                <c:pt idx="293">
                  <c:v>7.058256</c:v>
                </c:pt>
                <c:pt idx="294">
                  <c:v>3.701915</c:v>
                </c:pt>
                <c:pt idx="295">
                  <c:v>6.018321</c:v>
                </c:pt>
                <c:pt idx="296">
                  <c:v>5.655172</c:v>
                </c:pt>
                <c:pt idx="297">
                  <c:v>4.045872</c:v>
                </c:pt>
                <c:pt idx="298">
                  <c:v>5.063882</c:v>
                </c:pt>
                <c:pt idx="299">
                  <c:v>6.032337</c:v>
                </c:pt>
                <c:pt idx="300">
                  <c:v>5.702521</c:v>
                </c:pt>
                <c:pt idx="301">
                  <c:v>8.020408</c:v>
                </c:pt>
                <c:pt idx="302">
                  <c:v>9.312386</c:v>
                </c:pt>
                <c:pt idx="303">
                  <c:v>4.671635</c:v>
                </c:pt>
                <c:pt idx="304">
                  <c:v>6.949693</c:v>
                </c:pt>
                <c:pt idx="305">
                  <c:v>3.36</c:v>
                </c:pt>
                <c:pt idx="306">
                  <c:v>6.979887</c:v>
                </c:pt>
                <c:pt idx="307">
                  <c:v>3.770228</c:v>
                </c:pt>
                <c:pt idx="308">
                  <c:v>4.628571</c:v>
                </c:pt>
                <c:pt idx="309">
                  <c:v>6.496046</c:v>
                </c:pt>
                <c:pt idx="310">
                  <c:v>6.166667</c:v>
                </c:pt>
                <c:pt idx="311">
                  <c:v>6.208076</c:v>
                </c:pt>
                <c:pt idx="312">
                  <c:v>3.827498</c:v>
                </c:pt>
                <c:pt idx="313">
                  <c:v>6.846464</c:v>
                </c:pt>
                <c:pt idx="314">
                  <c:v>3.290732</c:v>
                </c:pt>
                <c:pt idx="315">
                  <c:v>7.424275</c:v>
                </c:pt>
                <c:pt idx="316">
                  <c:v>9.411585</c:v>
                </c:pt>
                <c:pt idx="317">
                  <c:v>4.94864</c:v>
                </c:pt>
                <c:pt idx="318">
                  <c:v>5.65927</c:v>
                </c:pt>
                <c:pt idx="319">
                  <c:v>7.107791</c:v>
                </c:pt>
                <c:pt idx="320">
                  <c:v>5.738046</c:v>
                </c:pt>
                <c:pt idx="321">
                  <c:v>2.172244</c:v>
                </c:pt>
                <c:pt idx="322">
                  <c:v>5.549095</c:v>
                </c:pt>
                <c:pt idx="323">
                  <c:v>6.17378</c:v>
                </c:pt>
                <c:pt idx="324">
                  <c:v>6.648023</c:v>
                </c:pt>
                <c:pt idx="325">
                  <c:v>10.829721</c:v>
                </c:pt>
                <c:pt idx="326">
                  <c:v>5.263427</c:v>
                </c:pt>
                <c:pt idx="327">
                  <c:v>2.610169</c:v>
                </c:pt>
                <c:pt idx="328">
                  <c:v>6.554424</c:v>
                </c:pt>
                <c:pt idx="329">
                  <c:v>5.799116</c:v>
                </c:pt>
                <c:pt idx="330">
                  <c:v>3.780196</c:v>
                </c:pt>
                <c:pt idx="331">
                  <c:v>5.733937</c:v>
                </c:pt>
                <c:pt idx="332">
                  <c:v>4.437917</c:v>
                </c:pt>
                <c:pt idx="333">
                  <c:v>5.060743</c:v>
                </c:pt>
                <c:pt idx="334">
                  <c:v>5.99698</c:v>
                </c:pt>
                <c:pt idx="335">
                  <c:v>4.806818</c:v>
                </c:pt>
                <c:pt idx="336">
                  <c:v>7.067368</c:v>
                </c:pt>
                <c:pt idx="337">
                  <c:v>6.333996</c:v>
                </c:pt>
                <c:pt idx="338">
                  <c:v>12.161725</c:v>
                </c:pt>
                <c:pt idx="339">
                  <c:v>4.366762</c:v>
                </c:pt>
                <c:pt idx="340">
                  <c:v>5.940549</c:v>
                </c:pt>
                <c:pt idx="341">
                  <c:v>6.288675</c:v>
                </c:pt>
                <c:pt idx="342">
                  <c:v>8.05012</c:v>
                </c:pt>
                <c:pt idx="343">
                  <c:v>3.337518</c:v>
                </c:pt>
                <c:pt idx="344">
                  <c:v>5.54539</c:v>
                </c:pt>
                <c:pt idx="345">
                  <c:v>4.673267</c:v>
                </c:pt>
                <c:pt idx="346">
                  <c:v>8.898876</c:v>
                </c:pt>
                <c:pt idx="347">
                  <c:v>6.234733</c:v>
                </c:pt>
                <c:pt idx="348">
                  <c:v>4.797839</c:v>
                </c:pt>
                <c:pt idx="349">
                  <c:v>5.902222</c:v>
                </c:pt>
                <c:pt idx="350">
                  <c:v>4.029231</c:v>
                </c:pt>
                <c:pt idx="351">
                  <c:v>4.140231</c:v>
                </c:pt>
                <c:pt idx="352">
                  <c:v>6.211503</c:v>
                </c:pt>
                <c:pt idx="353">
                  <c:v>5.207547</c:v>
                </c:pt>
                <c:pt idx="354">
                  <c:v>5.254054</c:v>
                </c:pt>
                <c:pt idx="355">
                  <c:v>6.853258</c:v>
                </c:pt>
                <c:pt idx="356">
                  <c:v>3.959637</c:v>
                </c:pt>
                <c:pt idx="357">
                  <c:v>5.479024</c:v>
                </c:pt>
                <c:pt idx="358">
                  <c:v>6.913433</c:v>
                </c:pt>
              </c:numCache>
            </c:numRef>
          </c:xVal>
          <c:yVal>
            <c:numRef>
              <c:f>Sheet1!$E$2:$E$360</c:f>
              <c:numCache>
                <c:formatCode>General</c:formatCode>
                <c:ptCount val="359"/>
                <c:pt idx="271">
                  <c:v>7.435407</c:v>
                </c:pt>
                <c:pt idx="272">
                  <c:v>6.387097</c:v>
                </c:pt>
                <c:pt idx="273">
                  <c:v>13.140389</c:v>
                </c:pt>
                <c:pt idx="274">
                  <c:v>4.909091</c:v>
                </c:pt>
                <c:pt idx="275">
                  <c:v>4.086811</c:v>
                </c:pt>
                <c:pt idx="276">
                  <c:v>5.380316</c:v>
                </c:pt>
                <c:pt idx="277">
                  <c:v>5.589436</c:v>
                </c:pt>
                <c:pt idx="278">
                  <c:v>5.606268</c:v>
                </c:pt>
                <c:pt idx="279">
                  <c:v>5.145392</c:v>
                </c:pt>
                <c:pt idx="280">
                  <c:v>3.06762</c:v>
                </c:pt>
                <c:pt idx="281">
                  <c:v>6.42471</c:v>
                </c:pt>
                <c:pt idx="282">
                  <c:v>4.005256</c:v>
                </c:pt>
                <c:pt idx="283">
                  <c:v>4.721311</c:v>
                </c:pt>
                <c:pt idx="284">
                  <c:v>4.466848</c:v>
                </c:pt>
                <c:pt idx="285">
                  <c:v>6.217742</c:v>
                </c:pt>
                <c:pt idx="286">
                  <c:v>4.768874</c:v>
                </c:pt>
                <c:pt idx="287">
                  <c:v>4.019002</c:v>
                </c:pt>
                <c:pt idx="288">
                  <c:v>4.748663</c:v>
                </c:pt>
                <c:pt idx="289">
                  <c:v>5.150741</c:v>
                </c:pt>
                <c:pt idx="290">
                  <c:v>3.753275</c:v>
                </c:pt>
                <c:pt idx="291">
                  <c:v>3.725987</c:v>
                </c:pt>
                <c:pt idx="292">
                  <c:v>11.766809</c:v>
                </c:pt>
                <c:pt idx="293">
                  <c:v>3.500201</c:v>
                </c:pt>
                <c:pt idx="294">
                  <c:v>4.076603</c:v>
                </c:pt>
                <c:pt idx="295">
                  <c:v>11.816794</c:v>
                </c:pt>
                <c:pt idx="296">
                  <c:v>3.227586</c:v>
                </c:pt>
                <c:pt idx="297">
                  <c:v>5.325688</c:v>
                </c:pt>
                <c:pt idx="298">
                  <c:v>9.353808</c:v>
                </c:pt>
                <c:pt idx="299">
                  <c:v>4.356688</c:v>
                </c:pt>
                <c:pt idx="300">
                  <c:v>4.689076</c:v>
                </c:pt>
                <c:pt idx="301">
                  <c:v>2.693878</c:v>
                </c:pt>
                <c:pt idx="302">
                  <c:v>12.837413</c:v>
                </c:pt>
                <c:pt idx="303">
                  <c:v>7.323104</c:v>
                </c:pt>
                <c:pt idx="304">
                  <c:v>4.534969</c:v>
                </c:pt>
                <c:pt idx="305">
                  <c:v>9.155556</c:v>
                </c:pt>
                <c:pt idx="306">
                  <c:v>3.417538</c:v>
                </c:pt>
                <c:pt idx="307">
                  <c:v>4.690718</c:v>
                </c:pt>
                <c:pt idx="308">
                  <c:v>7.646617</c:v>
                </c:pt>
                <c:pt idx="309">
                  <c:v>5.383178</c:v>
                </c:pt>
                <c:pt idx="310">
                  <c:v>5.185185</c:v>
                </c:pt>
                <c:pt idx="311">
                  <c:v>5.541093</c:v>
                </c:pt>
                <c:pt idx="312">
                  <c:v>5.948762</c:v>
                </c:pt>
                <c:pt idx="313">
                  <c:v>3.667277</c:v>
                </c:pt>
                <c:pt idx="314">
                  <c:v>4.524757</c:v>
                </c:pt>
                <c:pt idx="315">
                  <c:v>4.67884</c:v>
                </c:pt>
                <c:pt idx="316">
                  <c:v>8.876524</c:v>
                </c:pt>
                <c:pt idx="317">
                  <c:v>8.170695</c:v>
                </c:pt>
                <c:pt idx="318">
                  <c:v>4.603234</c:v>
                </c:pt>
                <c:pt idx="319">
                  <c:v>4.072572</c:v>
                </c:pt>
                <c:pt idx="320">
                  <c:v>4.615385</c:v>
                </c:pt>
                <c:pt idx="321">
                  <c:v>8.866703</c:v>
                </c:pt>
                <c:pt idx="322">
                  <c:v>5.233132</c:v>
                </c:pt>
                <c:pt idx="323">
                  <c:v>4.829268</c:v>
                </c:pt>
                <c:pt idx="324">
                  <c:v>3.558341</c:v>
                </c:pt>
                <c:pt idx="325">
                  <c:v>2.767802</c:v>
                </c:pt>
                <c:pt idx="326">
                  <c:v>3.253197</c:v>
                </c:pt>
                <c:pt idx="327">
                  <c:v>6.186441</c:v>
                </c:pt>
                <c:pt idx="328">
                  <c:v>5.849648</c:v>
                </c:pt>
                <c:pt idx="329">
                  <c:v>3.797852</c:v>
                </c:pt>
                <c:pt idx="330">
                  <c:v>6.16975</c:v>
                </c:pt>
                <c:pt idx="331">
                  <c:v>6.613575</c:v>
                </c:pt>
                <c:pt idx="332">
                  <c:v>4.181575</c:v>
                </c:pt>
                <c:pt idx="333">
                  <c:v>4.473447</c:v>
                </c:pt>
                <c:pt idx="334">
                  <c:v>4.692501</c:v>
                </c:pt>
                <c:pt idx="335">
                  <c:v>5.676136</c:v>
                </c:pt>
                <c:pt idx="336">
                  <c:v>2.88</c:v>
                </c:pt>
                <c:pt idx="337">
                  <c:v>4.33002</c:v>
                </c:pt>
                <c:pt idx="338">
                  <c:v>4.382749</c:v>
                </c:pt>
                <c:pt idx="339">
                  <c:v>6.120344</c:v>
                </c:pt>
                <c:pt idx="340">
                  <c:v>3.539634</c:v>
                </c:pt>
                <c:pt idx="341">
                  <c:v>3.330866</c:v>
                </c:pt>
                <c:pt idx="342">
                  <c:v>4.649639</c:v>
                </c:pt>
                <c:pt idx="343">
                  <c:v>3.719942</c:v>
                </c:pt>
                <c:pt idx="344">
                  <c:v>7.127949</c:v>
                </c:pt>
                <c:pt idx="345">
                  <c:v>6.158416</c:v>
                </c:pt>
                <c:pt idx="346">
                  <c:v>5.713483</c:v>
                </c:pt>
                <c:pt idx="347">
                  <c:v>8.484733</c:v>
                </c:pt>
                <c:pt idx="348">
                  <c:v>4.279154</c:v>
                </c:pt>
                <c:pt idx="349">
                  <c:v>3.751111</c:v>
                </c:pt>
                <c:pt idx="350">
                  <c:v>5.856923</c:v>
                </c:pt>
                <c:pt idx="351">
                  <c:v>5.864044</c:v>
                </c:pt>
                <c:pt idx="352">
                  <c:v>3.673469</c:v>
                </c:pt>
                <c:pt idx="353">
                  <c:v>4.560647</c:v>
                </c:pt>
                <c:pt idx="354">
                  <c:v>5.578378</c:v>
                </c:pt>
                <c:pt idx="355">
                  <c:v>3.956941</c:v>
                </c:pt>
                <c:pt idx="356">
                  <c:v>4.795156</c:v>
                </c:pt>
                <c:pt idx="357">
                  <c:v>10.343415</c:v>
                </c:pt>
                <c:pt idx="358">
                  <c:v>9.20597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1100" b="0" i="0" u="none" strike="noStrike">
                    <a:solidFill>
                      <a:srgbClr val="B8B0AC"/>
                    </a:solidFill>
                    <a:latin typeface="Calibri"/>
                  </a:defRPr>
                </a:pPr>
                <a:r>
                  <a:rPr sz="1100" b="0" i="0" u="none" strike="noStrike">
                    <a:solidFill>
                      <a:srgbClr val="B8B0AC"/>
                    </a:solidFill>
                    <a:latin typeface="Calibri"/>
                  </a:rPr>
                  <a:t>Assists per 36 minutes</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B8B0AC"/>
                </a:solidFill>
                <a:latin typeface="Calibri"/>
              </a:defRPr>
            </a:pPr>
            <a:endParaRPr lang="en-US"/>
          </a:p>
        </c:txPr>
        <c:crossAx val="2094734552"/>
        <c:crosses val="autoZero"/>
        <c:auto val="1"/>
        <c:lblAlgn val="ctr"/>
        <c:noMultiLvlLbl val="1"/>
      </c:valAx>
      <c:valAx>
        <c:axId val="2094734552"/>
        <c:scaling>
          <c:orientation val="minMax"/>
        </c:scaling>
        <c:delete val="0"/>
        <c:axPos val="l"/>
        <c:majorGridlines>
          <c:spPr>
            <a:ln w="6350" cap="flat">
              <a:solidFill>
                <a:srgbClr val="3A3A3D"/>
              </a:solidFill>
              <a:prstDash val="solid"/>
              <a:round/>
            </a:ln>
          </c:spPr>
        </c:majorGridlines>
        <c:title>
          <c:tx>
            <c:rich>
              <a:bodyPr/>
              <a:lstStyle/>
              <a:p>
                <a:pPr>
                  <a:defRPr sz="1100" b="0" i="0" u="none" strike="noStrike">
                    <a:solidFill>
                      <a:srgbClr val="B8B0AC"/>
                    </a:solidFill>
                    <a:latin typeface="Calibri"/>
                  </a:defRPr>
                </a:pPr>
                <a:r>
                  <a:rPr sz="1100" b="0" i="0" u="none" strike="noStrike">
                    <a:solidFill>
                      <a:srgbClr val="B8B0AC"/>
                    </a:solidFill>
                    <a:latin typeface="Calibri"/>
                  </a:rPr>
                  <a:t>Rebounds per 36 minutes</a:t>
                </a:r>
              </a:p>
            </c:rich>
          </c:tx>
          <c:layout/>
          <c:overlay val="0"/>
        </c:title>
        <c:numFmt formatCode="General" sourceLinked="0"/>
        <c:majorTickMark val="none"/>
        <c:minorTickMark val="none"/>
        <c:tickLblPos val="low"/>
        <c:spPr>
          <a:ln w="12700" cap="flat">
            <a:solidFill>
              <a:srgbClr val="888888"/>
            </a:solidFill>
            <a:prstDash val="solid"/>
            <a:round/>
          </a:ln>
        </c:spPr>
        <c:txPr>
          <a:bodyPr/>
          <a:lstStyle/>
          <a:p>
            <a:pPr>
              <a:defRPr sz="1000" b="0" i="0" u="none" strike="noStrike">
                <a:solidFill>
                  <a:srgbClr val="B8B0AC"/>
                </a:solidFill>
                <a:latin typeface="Calibri"/>
              </a:defRPr>
            </a:pPr>
            <a:endParaRPr lang="en-US"/>
          </a:p>
        </c:txPr>
        <c:crossAx val="2094734554"/>
        <c:crosses val="autoZero"/>
        <c:crossBetween val="midCat"/>
      </c:valAx>
      <c:spPr>
        <a:solidFill>
          <a:srgbClr val="0E0D10"/>
        </a:solid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Players (made-up)</c:v>
                </c:pt>
              </c:strCache>
            </c:strRef>
          </c:tx>
          <c:spPr>
            <a:solidFill>
              <a:srgbClr val="E87500"/>
            </a:solidFill>
            <a:ln>
              <a:noFill/>
            </a:ln>
            <a:effectLst/>
          </c:spPr>
          <c:marker>
            <c:symbol val="circle"/>
            <c:size val="4"/>
            <c:spPr>
              <a:solidFill>
                <a:srgbClr val="E87500"/>
              </a:solidFill>
              <a:ln w="9525" cap="flat">
                <a:solidFill>
                  <a:srgbClr val="E87500"/>
                </a:solidFill>
                <a:prstDash val="solid"/>
                <a:round/>
              </a:ln>
              <a:effectLst/>
            </c:spPr>
          </c:marker>
          <c:xVal>
            <c:numRef>
              <c:f>Sheet1!$A$2:$A$131</c:f>
              <c:numCache>
                <c:formatCode>General</c:formatCode>
                <c:ptCount val="130"/>
                <c:pt idx="0">
                  <c:v>-0.165</c:v>
                </c:pt>
                <c:pt idx="1">
                  <c:v>0.91</c:v>
                </c:pt>
                <c:pt idx="2">
                  <c:v>-0.243</c:v>
                </c:pt>
                <c:pt idx="3">
                  <c:v>-1.154</c:v>
                </c:pt>
                <c:pt idx="4">
                  <c:v>-0.927</c:v>
                </c:pt>
                <c:pt idx="5">
                  <c:v>-1.491</c:v>
                </c:pt>
                <c:pt idx="6">
                  <c:v>0.164</c:v>
                </c:pt>
                <c:pt idx="7">
                  <c:v>1.87</c:v>
                </c:pt>
                <c:pt idx="8">
                  <c:v>-0.587</c:v>
                </c:pt>
                <c:pt idx="9">
                  <c:v>-1.215</c:v>
                </c:pt>
                <c:pt idx="10">
                  <c:v>0.759</c:v>
                </c:pt>
                <c:pt idx="11">
                  <c:v>0.551</c:v>
                </c:pt>
                <c:pt idx="12">
                  <c:v>0.049</c:v>
                </c:pt>
                <c:pt idx="13">
                  <c:v>-1.201</c:v>
                </c:pt>
                <c:pt idx="14">
                  <c:v>0.012</c:v>
                </c:pt>
                <c:pt idx="15">
                  <c:v>1.209</c:v>
                </c:pt>
                <c:pt idx="16">
                  <c:v>-1.777</c:v>
                </c:pt>
                <c:pt idx="17">
                  <c:v>-0.492</c:v>
                </c:pt>
                <c:pt idx="18">
                  <c:v>-2.819</c:v>
                </c:pt>
                <c:pt idx="19">
                  <c:v>-1.877</c:v>
                </c:pt>
                <c:pt idx="20">
                  <c:v>-2.433</c:v>
                </c:pt>
                <c:pt idx="21">
                  <c:v>-0.484</c:v>
                </c:pt>
                <c:pt idx="22">
                  <c:v>-1.591</c:v>
                </c:pt>
                <c:pt idx="23">
                  <c:v>0.088</c:v>
                </c:pt>
                <c:pt idx="24">
                  <c:v>0.209</c:v>
                </c:pt>
                <c:pt idx="25">
                  <c:v>-0.398</c:v>
                </c:pt>
                <c:pt idx="26">
                  <c:v>-3</c:v>
                </c:pt>
                <c:pt idx="27">
                  <c:v>-0.803</c:v>
                </c:pt>
                <c:pt idx="28">
                  <c:v>0.372</c:v>
                </c:pt>
                <c:pt idx="29">
                  <c:v>0.676</c:v>
                </c:pt>
                <c:pt idx="30">
                  <c:v>-1.948</c:v>
                </c:pt>
                <c:pt idx="31">
                  <c:v>-0.4</c:v>
                </c:pt>
                <c:pt idx="32">
                  <c:v>-1.338</c:v>
                </c:pt>
                <c:pt idx="33">
                  <c:v>-1.651</c:v>
                </c:pt>
                <c:pt idx="34">
                  <c:v>1.62</c:v>
                </c:pt>
                <c:pt idx="35">
                  <c:v>-0.908</c:v>
                </c:pt>
                <c:pt idx="36">
                  <c:v>-0.096</c:v>
                </c:pt>
                <c:pt idx="37">
                  <c:v>1.044</c:v>
                </c:pt>
                <c:pt idx="38">
                  <c:v>-0.727</c:v>
                </c:pt>
                <c:pt idx="39">
                  <c:v>-0.095</c:v>
                </c:pt>
                <c:pt idx="40">
                  <c:v>-0.035</c:v>
                </c:pt>
                <c:pt idx="41">
                  <c:v>-0.05</c:v>
                </c:pt>
                <c:pt idx="42">
                  <c:v>-1.356</c:v>
                </c:pt>
                <c:pt idx="43">
                  <c:v>0.121</c:v>
                </c:pt>
                <c:pt idx="44">
                  <c:v>1.791</c:v>
                </c:pt>
                <c:pt idx="45">
                  <c:v>-1.777</c:v>
                </c:pt>
                <c:pt idx="46">
                  <c:v>1.071</c:v>
                </c:pt>
                <c:pt idx="47">
                  <c:v>0.38</c:v>
                </c:pt>
                <c:pt idx="48">
                  <c:v>-1.101</c:v>
                </c:pt>
                <c:pt idx="49">
                  <c:v>2.6</c:v>
                </c:pt>
                <c:pt idx="50">
                  <c:v>0.986</c:v>
                </c:pt>
                <c:pt idx="51">
                  <c:v>-1.436</c:v>
                </c:pt>
                <c:pt idx="52">
                  <c:v>0.129</c:v>
                </c:pt>
                <c:pt idx="53">
                  <c:v>1.28</c:v>
                </c:pt>
                <c:pt idx="54">
                  <c:v>0.042</c:v>
                </c:pt>
                <c:pt idx="55">
                  <c:v>0.811</c:v>
                </c:pt>
                <c:pt idx="56">
                  <c:v>0.462</c:v>
                </c:pt>
                <c:pt idx="57">
                  <c:v>0.665</c:v>
                </c:pt>
                <c:pt idx="58">
                  <c:v>2.356</c:v>
                </c:pt>
                <c:pt idx="59">
                  <c:v>-1.09</c:v>
                </c:pt>
                <c:pt idx="60">
                  <c:v>0.487</c:v>
                </c:pt>
                <c:pt idx="61">
                  <c:v>-0.815</c:v>
                </c:pt>
                <c:pt idx="62">
                  <c:v>0.135</c:v>
                </c:pt>
                <c:pt idx="63">
                  <c:v>-1.176</c:v>
                </c:pt>
                <c:pt idx="64">
                  <c:v>-1.09</c:v>
                </c:pt>
                <c:pt idx="65">
                  <c:v>-0.632</c:v>
                </c:pt>
                <c:pt idx="66">
                  <c:v>1.207</c:v>
                </c:pt>
                <c:pt idx="67">
                  <c:v>1.587</c:v>
                </c:pt>
                <c:pt idx="68">
                  <c:v>-1.712</c:v>
                </c:pt>
                <c:pt idx="69">
                  <c:v>-0.801</c:v>
                </c:pt>
                <c:pt idx="70">
                  <c:v>-3.443</c:v>
                </c:pt>
                <c:pt idx="71">
                  <c:v>-3.205551724137931</c:v>
                </c:pt>
                <c:pt idx="72">
                  <c:v>-2.968103448275862</c:v>
                </c:pt>
                <c:pt idx="73">
                  <c:v>-2.730655172413793</c:v>
                </c:pt>
                <c:pt idx="74">
                  <c:v>-2.4932068965517242</c:v>
                </c:pt>
                <c:pt idx="75">
                  <c:v>-2.2557586206896554</c:v>
                </c:pt>
                <c:pt idx="76">
                  <c:v>-2.018310344827586</c:v>
                </c:pt>
                <c:pt idx="77">
                  <c:v>-1.7808620689655175</c:v>
                </c:pt>
                <c:pt idx="78">
                  <c:v>-1.5434137931034484</c:v>
                </c:pt>
                <c:pt idx="79">
                  <c:v>-1.305965517241379</c:v>
                </c:pt>
                <c:pt idx="80">
                  <c:v>-1.0685172413793103</c:v>
                </c:pt>
                <c:pt idx="81">
                  <c:v>-0.8310689655172414</c:v>
                </c:pt>
                <c:pt idx="82">
                  <c:v>-0.5936206896551721</c:v>
                </c:pt>
                <c:pt idx="83">
                  <c:v>-0.35617241379310327</c:v>
                </c:pt>
                <c:pt idx="84">
                  <c:v>-0.11872413793103487</c:v>
                </c:pt>
                <c:pt idx="85">
                  <c:v>0.11872413793103442</c:v>
                </c:pt>
                <c:pt idx="86">
                  <c:v>0.35617241379310327</c:v>
                </c:pt>
                <c:pt idx="87">
                  <c:v>0.5936206896551721</c:v>
                </c:pt>
                <c:pt idx="88">
                  <c:v>0.8310689655172419</c:v>
                </c:pt>
                <c:pt idx="89">
                  <c:v>1.0685172413793107</c:v>
                </c:pt>
                <c:pt idx="90">
                  <c:v>1.3059655172413795</c:v>
                </c:pt>
                <c:pt idx="91">
                  <c:v>1.5434137931034484</c:v>
                </c:pt>
                <c:pt idx="92">
                  <c:v>1.7808620689655172</c:v>
                </c:pt>
                <c:pt idx="93">
                  <c:v>2.018310344827587</c:v>
                </c:pt>
                <c:pt idx="94">
                  <c:v>2.255758620689656</c:v>
                </c:pt>
                <c:pt idx="95">
                  <c:v>2.4932068965517247</c:v>
                </c:pt>
                <c:pt idx="96">
                  <c:v>2.7306551724137935</c:v>
                </c:pt>
                <c:pt idx="97">
                  <c:v>2.9681034482758615</c:v>
                </c:pt>
                <c:pt idx="98">
                  <c:v>3.2055517241379303</c:v>
                </c:pt>
                <c:pt idx="99">
                  <c:v>3.443000000000001</c:v>
                </c:pt>
                <c:pt idx="100">
                  <c:v>0.657</c:v>
                </c:pt>
                <c:pt idx="101">
                  <c:v>0.6116896551724138</c:v>
                </c:pt>
                <c:pt idx="102">
                  <c:v>0.5663793103448276</c:v>
                </c:pt>
                <c:pt idx="103">
                  <c:v>0.5210689655172414</c:v>
                </c:pt>
                <c:pt idx="104">
                  <c:v>0.4757586206896552</c:v>
                </c:pt>
                <c:pt idx="105">
                  <c:v>0.430448275862069</c:v>
                </c:pt>
                <c:pt idx="106">
                  <c:v>0.3851379310344828</c:v>
                </c:pt>
                <c:pt idx="107">
                  <c:v>0.33982758620689657</c:v>
                </c:pt>
                <c:pt idx="108">
                  <c:v>0.29451724137931035</c:v>
                </c:pt>
                <c:pt idx="109">
                  <c:v>0.24920689655172412</c:v>
                </c:pt>
                <c:pt idx="110">
                  <c:v>0.20389655172413795</c:v>
                </c:pt>
                <c:pt idx="111">
                  <c:v>0.15858620689655173</c:v>
                </c:pt>
                <c:pt idx="112">
                  <c:v>0.11327586206896556</c:v>
                </c:pt>
                <c:pt idx="113">
                  <c:v>0.06796551724137934</c:v>
                </c:pt>
                <c:pt idx="114">
                  <c:v>0.022655172413793112</c:v>
                </c:pt>
                <c:pt idx="115">
                  <c:v>-0.022655172413793112</c:v>
                </c:pt>
                <c:pt idx="116">
                  <c:v>-0.06796551724137934</c:v>
                </c:pt>
                <c:pt idx="117">
                  <c:v>-0.11327586206896556</c:v>
                </c:pt>
                <c:pt idx="118">
                  <c:v>-0.15858620689655178</c:v>
                </c:pt>
                <c:pt idx="119">
                  <c:v>-0.2038965517241379</c:v>
                </c:pt>
                <c:pt idx="120">
                  <c:v>-0.24920689655172412</c:v>
                </c:pt>
                <c:pt idx="121">
                  <c:v>-0.29451724137931035</c:v>
                </c:pt>
                <c:pt idx="122">
                  <c:v>-0.33982758620689657</c:v>
                </c:pt>
                <c:pt idx="123">
                  <c:v>-0.3851379310344827</c:v>
                </c:pt>
                <c:pt idx="124">
                  <c:v>-0.4304482758620689</c:v>
                </c:pt>
                <c:pt idx="125">
                  <c:v>-0.47575862068965513</c:v>
                </c:pt>
                <c:pt idx="126">
                  <c:v>-0.5210689655172414</c:v>
                </c:pt>
                <c:pt idx="127">
                  <c:v>-0.5663793103448276</c:v>
                </c:pt>
                <c:pt idx="128">
                  <c:v>-0.6116896551724138</c:v>
                </c:pt>
                <c:pt idx="129">
                  <c:v>-0.657</c:v>
                </c:pt>
              </c:numCache>
            </c:numRef>
          </c:xVal>
          <c:yVal>
            <c:numRef>
              <c:f>Sheet1!$B$2:$B$131</c:f>
              <c:numCache>
                <c:formatCode>General</c:formatCode>
                <c:ptCount val="130"/>
                <c:pt idx="0">
                  <c:v>0.315</c:v>
                </c:pt>
                <c:pt idx="1">
                  <c:v>-0.757</c:v>
                </c:pt>
                <c:pt idx="2">
                  <c:v>-0.418</c:v>
                </c:pt>
                <c:pt idx="3">
                  <c:v>-0.674</c:v>
                </c:pt>
                <c:pt idx="4">
                  <c:v>0.29</c:v>
                </c:pt>
                <c:pt idx="5">
                  <c:v>-0.364</c:v>
                </c:pt>
                <c:pt idx="6">
                  <c:v>-0.117</c:v>
                </c:pt>
                <c:pt idx="7">
                  <c:v>0.765</c:v>
                </c:pt>
                <c:pt idx="8">
                  <c:v>-0.468</c:v>
                </c:pt>
                <c:pt idx="9">
                  <c:v>0.303</c:v>
                </c:pt>
                <c:pt idx="10">
                  <c:v>0.137</c:v>
                </c:pt>
                <c:pt idx="11">
                  <c:v>0.104</c:v>
                </c:pt>
                <c:pt idx="12">
                  <c:v>0.245</c:v>
                </c:pt>
                <c:pt idx="13">
                  <c:v>-0.714</c:v>
                </c:pt>
                <c:pt idx="14">
                  <c:v>-0.116</c:v>
                </c:pt>
                <c:pt idx="15">
                  <c:v>-0.051</c:v>
                </c:pt>
                <c:pt idx="16">
                  <c:v>-0.952</c:v>
                </c:pt>
                <c:pt idx="17">
                  <c:v>-0.538</c:v>
                </c:pt>
                <c:pt idx="18">
                  <c:v>-0.773</c:v>
                </c:pt>
                <c:pt idx="19">
                  <c:v>-0.591</c:v>
                </c:pt>
                <c:pt idx="20">
                  <c:v>-1.309</c:v>
                </c:pt>
                <c:pt idx="21">
                  <c:v>0.159</c:v>
                </c:pt>
                <c:pt idx="22">
                  <c:v>-1.058</c:v>
                </c:pt>
                <c:pt idx="23">
                  <c:v>0.702</c:v>
                </c:pt>
                <c:pt idx="24">
                  <c:v>0.108</c:v>
                </c:pt>
                <c:pt idx="25">
                  <c:v>0.152</c:v>
                </c:pt>
                <c:pt idx="26">
                  <c:v>-2.399</c:v>
                </c:pt>
                <c:pt idx="27">
                  <c:v>-0.211</c:v>
                </c:pt>
                <c:pt idx="28">
                  <c:v>-0.854</c:v>
                </c:pt>
                <c:pt idx="29">
                  <c:v>-0.909</c:v>
                </c:pt>
                <c:pt idx="30">
                  <c:v>-1.225</c:v>
                </c:pt>
                <c:pt idx="31">
                  <c:v>-0.773</c:v>
                </c:pt>
                <c:pt idx="32">
                  <c:v>-0.609</c:v>
                </c:pt>
                <c:pt idx="33">
                  <c:v>0.521</c:v>
                </c:pt>
                <c:pt idx="34">
                  <c:v>0.343</c:v>
                </c:pt>
                <c:pt idx="35">
                  <c:v>-0.872</c:v>
                </c:pt>
                <c:pt idx="36">
                  <c:v>0.077</c:v>
                </c:pt>
                <c:pt idx="37">
                  <c:v>0.862</c:v>
                </c:pt>
                <c:pt idx="38">
                  <c:v>-0.497</c:v>
                </c:pt>
                <c:pt idx="39">
                  <c:v>-0.179</c:v>
                </c:pt>
                <c:pt idx="40">
                  <c:v>0.419</c:v>
                </c:pt>
                <c:pt idx="41">
                  <c:v>0.297</c:v>
                </c:pt>
                <c:pt idx="42">
                  <c:v>-1.365</c:v>
                </c:pt>
                <c:pt idx="43">
                  <c:v>0.015</c:v>
                </c:pt>
                <c:pt idx="44">
                  <c:v>0.974</c:v>
                </c:pt>
                <c:pt idx="45">
                  <c:v>-1.602</c:v>
                </c:pt>
                <c:pt idx="46">
                  <c:v>0.731</c:v>
                </c:pt>
                <c:pt idx="47">
                  <c:v>-0.333</c:v>
                </c:pt>
                <c:pt idx="48">
                  <c:v>0.02</c:v>
                </c:pt>
                <c:pt idx="49">
                  <c:v>1.502</c:v>
                </c:pt>
                <c:pt idx="50">
                  <c:v>0.58</c:v>
                </c:pt>
                <c:pt idx="51">
                  <c:v>-1.132</c:v>
                </c:pt>
                <c:pt idx="52">
                  <c:v>-0.005</c:v>
                </c:pt>
                <c:pt idx="53">
                  <c:v>-0.564</c:v>
                </c:pt>
                <c:pt idx="54">
                  <c:v>-0.682</c:v>
                </c:pt>
                <c:pt idx="55">
                  <c:v>0.657</c:v>
                </c:pt>
                <c:pt idx="56">
                  <c:v>-1.081</c:v>
                </c:pt>
                <c:pt idx="57">
                  <c:v>0.881</c:v>
                </c:pt>
                <c:pt idx="58">
                  <c:v>0.165</c:v>
                </c:pt>
                <c:pt idx="59">
                  <c:v>-0.108</c:v>
                </c:pt>
                <c:pt idx="60">
                  <c:v>-0.268</c:v>
                </c:pt>
                <c:pt idx="61">
                  <c:v>0.052</c:v>
                </c:pt>
                <c:pt idx="62">
                  <c:v>0.153</c:v>
                </c:pt>
                <c:pt idx="63">
                  <c:v>-1.582</c:v>
                </c:pt>
                <c:pt idx="64">
                  <c:v>0.199</c:v>
                </c:pt>
                <c:pt idx="65">
                  <c:v>0.562</c:v>
                </c:pt>
                <c:pt idx="66">
                  <c:v>0.601</c:v>
                </c:pt>
                <c:pt idx="67">
                  <c:v>0.673</c:v>
                </c:pt>
                <c:pt idx="68">
                  <c:v>-1.01</c:v>
                </c:pt>
                <c:pt idx="69">
                  <c:v>-1.033</c:v>
                </c:pt>
              </c:numCache>
            </c:numRef>
          </c:yVal>
          <c:smooth val="0"/>
        </c:ser>
        <c:ser>
          <c:idx val="1"/>
          <c:order val="1"/>
          <c:tx>
            <c:strRef>
              <c:f>Sheet1!$C$1</c:f>
              <c:strCache>
                <c:ptCount val="1"/>
                <c:pt idx="0">
                  <c:v>PC1</c:v>
                </c:pt>
              </c:strCache>
            </c:strRef>
          </c:tx>
          <c:spPr>
            <a:solidFill>
              <a:srgbClr val="6FD8B0"/>
            </a:solidFill>
            <a:ln>
              <a:noFill/>
            </a:ln>
            <a:effectLst/>
          </c:spPr>
          <c:marker>
            <c:symbol val="circle"/>
            <c:size val="4"/>
            <c:spPr>
              <a:solidFill>
                <a:srgbClr val="6FD8B0"/>
              </a:solidFill>
              <a:ln w="9525" cap="flat">
                <a:solidFill>
                  <a:srgbClr val="6FD8B0"/>
                </a:solidFill>
                <a:prstDash val="solid"/>
                <a:round/>
              </a:ln>
              <a:effectLst/>
            </c:spPr>
          </c:marker>
          <c:xVal>
            <c:numRef>
              <c:f>Sheet1!$A$2:$A$131</c:f>
              <c:numCache>
                <c:formatCode>General</c:formatCode>
                <c:ptCount val="130"/>
                <c:pt idx="0">
                  <c:v>-0.165</c:v>
                </c:pt>
                <c:pt idx="1">
                  <c:v>0.91</c:v>
                </c:pt>
                <c:pt idx="2">
                  <c:v>-0.243</c:v>
                </c:pt>
                <c:pt idx="3">
                  <c:v>-1.154</c:v>
                </c:pt>
                <c:pt idx="4">
                  <c:v>-0.927</c:v>
                </c:pt>
                <c:pt idx="5">
                  <c:v>-1.491</c:v>
                </c:pt>
                <c:pt idx="6">
                  <c:v>0.164</c:v>
                </c:pt>
                <c:pt idx="7">
                  <c:v>1.87</c:v>
                </c:pt>
                <c:pt idx="8">
                  <c:v>-0.587</c:v>
                </c:pt>
                <c:pt idx="9">
                  <c:v>-1.215</c:v>
                </c:pt>
                <c:pt idx="10">
                  <c:v>0.759</c:v>
                </c:pt>
                <c:pt idx="11">
                  <c:v>0.551</c:v>
                </c:pt>
                <c:pt idx="12">
                  <c:v>0.049</c:v>
                </c:pt>
                <c:pt idx="13">
                  <c:v>-1.201</c:v>
                </c:pt>
                <c:pt idx="14">
                  <c:v>0.012</c:v>
                </c:pt>
                <c:pt idx="15">
                  <c:v>1.209</c:v>
                </c:pt>
                <c:pt idx="16">
                  <c:v>-1.777</c:v>
                </c:pt>
                <c:pt idx="17">
                  <c:v>-0.492</c:v>
                </c:pt>
                <c:pt idx="18">
                  <c:v>-2.819</c:v>
                </c:pt>
                <c:pt idx="19">
                  <c:v>-1.877</c:v>
                </c:pt>
                <c:pt idx="20">
                  <c:v>-2.433</c:v>
                </c:pt>
                <c:pt idx="21">
                  <c:v>-0.484</c:v>
                </c:pt>
                <c:pt idx="22">
                  <c:v>-1.591</c:v>
                </c:pt>
                <c:pt idx="23">
                  <c:v>0.088</c:v>
                </c:pt>
                <c:pt idx="24">
                  <c:v>0.209</c:v>
                </c:pt>
                <c:pt idx="25">
                  <c:v>-0.398</c:v>
                </c:pt>
                <c:pt idx="26">
                  <c:v>-3</c:v>
                </c:pt>
                <c:pt idx="27">
                  <c:v>-0.803</c:v>
                </c:pt>
                <c:pt idx="28">
                  <c:v>0.372</c:v>
                </c:pt>
                <c:pt idx="29">
                  <c:v>0.676</c:v>
                </c:pt>
                <c:pt idx="30">
                  <c:v>-1.948</c:v>
                </c:pt>
                <c:pt idx="31">
                  <c:v>-0.4</c:v>
                </c:pt>
                <c:pt idx="32">
                  <c:v>-1.338</c:v>
                </c:pt>
                <c:pt idx="33">
                  <c:v>-1.651</c:v>
                </c:pt>
                <c:pt idx="34">
                  <c:v>1.62</c:v>
                </c:pt>
                <c:pt idx="35">
                  <c:v>-0.908</c:v>
                </c:pt>
                <c:pt idx="36">
                  <c:v>-0.096</c:v>
                </c:pt>
                <c:pt idx="37">
                  <c:v>1.044</c:v>
                </c:pt>
                <c:pt idx="38">
                  <c:v>-0.727</c:v>
                </c:pt>
                <c:pt idx="39">
                  <c:v>-0.095</c:v>
                </c:pt>
                <c:pt idx="40">
                  <c:v>-0.035</c:v>
                </c:pt>
                <c:pt idx="41">
                  <c:v>-0.05</c:v>
                </c:pt>
                <c:pt idx="42">
                  <c:v>-1.356</c:v>
                </c:pt>
                <c:pt idx="43">
                  <c:v>0.121</c:v>
                </c:pt>
                <c:pt idx="44">
                  <c:v>1.791</c:v>
                </c:pt>
                <c:pt idx="45">
                  <c:v>-1.777</c:v>
                </c:pt>
                <c:pt idx="46">
                  <c:v>1.071</c:v>
                </c:pt>
                <c:pt idx="47">
                  <c:v>0.38</c:v>
                </c:pt>
                <c:pt idx="48">
                  <c:v>-1.101</c:v>
                </c:pt>
                <c:pt idx="49">
                  <c:v>2.6</c:v>
                </c:pt>
                <c:pt idx="50">
                  <c:v>0.986</c:v>
                </c:pt>
                <c:pt idx="51">
                  <c:v>-1.436</c:v>
                </c:pt>
                <c:pt idx="52">
                  <c:v>0.129</c:v>
                </c:pt>
                <c:pt idx="53">
                  <c:v>1.28</c:v>
                </c:pt>
                <c:pt idx="54">
                  <c:v>0.042</c:v>
                </c:pt>
                <c:pt idx="55">
                  <c:v>0.811</c:v>
                </c:pt>
                <c:pt idx="56">
                  <c:v>0.462</c:v>
                </c:pt>
                <c:pt idx="57">
                  <c:v>0.665</c:v>
                </c:pt>
                <c:pt idx="58">
                  <c:v>2.356</c:v>
                </c:pt>
                <c:pt idx="59">
                  <c:v>-1.09</c:v>
                </c:pt>
                <c:pt idx="60">
                  <c:v>0.487</c:v>
                </c:pt>
                <c:pt idx="61">
                  <c:v>-0.815</c:v>
                </c:pt>
                <c:pt idx="62">
                  <c:v>0.135</c:v>
                </c:pt>
                <c:pt idx="63">
                  <c:v>-1.176</c:v>
                </c:pt>
                <c:pt idx="64">
                  <c:v>-1.09</c:v>
                </c:pt>
                <c:pt idx="65">
                  <c:v>-0.632</c:v>
                </c:pt>
                <c:pt idx="66">
                  <c:v>1.207</c:v>
                </c:pt>
                <c:pt idx="67">
                  <c:v>1.587</c:v>
                </c:pt>
                <c:pt idx="68">
                  <c:v>-1.712</c:v>
                </c:pt>
                <c:pt idx="69">
                  <c:v>-0.801</c:v>
                </c:pt>
                <c:pt idx="70">
                  <c:v>-3.443</c:v>
                </c:pt>
                <c:pt idx="71">
                  <c:v>-3.205551724137931</c:v>
                </c:pt>
                <c:pt idx="72">
                  <c:v>-2.968103448275862</c:v>
                </c:pt>
                <c:pt idx="73">
                  <c:v>-2.730655172413793</c:v>
                </c:pt>
                <c:pt idx="74">
                  <c:v>-2.4932068965517242</c:v>
                </c:pt>
                <c:pt idx="75">
                  <c:v>-2.2557586206896554</c:v>
                </c:pt>
                <c:pt idx="76">
                  <c:v>-2.018310344827586</c:v>
                </c:pt>
                <c:pt idx="77">
                  <c:v>-1.7808620689655175</c:v>
                </c:pt>
                <c:pt idx="78">
                  <c:v>-1.5434137931034484</c:v>
                </c:pt>
                <c:pt idx="79">
                  <c:v>-1.305965517241379</c:v>
                </c:pt>
                <c:pt idx="80">
                  <c:v>-1.0685172413793103</c:v>
                </c:pt>
                <c:pt idx="81">
                  <c:v>-0.8310689655172414</c:v>
                </c:pt>
                <c:pt idx="82">
                  <c:v>-0.5936206896551721</c:v>
                </c:pt>
                <c:pt idx="83">
                  <c:v>-0.35617241379310327</c:v>
                </c:pt>
                <c:pt idx="84">
                  <c:v>-0.11872413793103487</c:v>
                </c:pt>
                <c:pt idx="85">
                  <c:v>0.11872413793103442</c:v>
                </c:pt>
                <c:pt idx="86">
                  <c:v>0.35617241379310327</c:v>
                </c:pt>
                <c:pt idx="87">
                  <c:v>0.5936206896551721</c:v>
                </c:pt>
                <c:pt idx="88">
                  <c:v>0.8310689655172419</c:v>
                </c:pt>
                <c:pt idx="89">
                  <c:v>1.0685172413793107</c:v>
                </c:pt>
                <c:pt idx="90">
                  <c:v>1.3059655172413795</c:v>
                </c:pt>
                <c:pt idx="91">
                  <c:v>1.5434137931034484</c:v>
                </c:pt>
                <c:pt idx="92">
                  <c:v>1.7808620689655172</c:v>
                </c:pt>
                <c:pt idx="93">
                  <c:v>2.018310344827587</c:v>
                </c:pt>
                <c:pt idx="94">
                  <c:v>2.255758620689656</c:v>
                </c:pt>
                <c:pt idx="95">
                  <c:v>2.4932068965517247</c:v>
                </c:pt>
                <c:pt idx="96">
                  <c:v>2.7306551724137935</c:v>
                </c:pt>
                <c:pt idx="97">
                  <c:v>2.9681034482758615</c:v>
                </c:pt>
                <c:pt idx="98">
                  <c:v>3.2055517241379303</c:v>
                </c:pt>
                <c:pt idx="99">
                  <c:v>3.443000000000001</c:v>
                </c:pt>
                <c:pt idx="100">
                  <c:v>0.657</c:v>
                </c:pt>
                <c:pt idx="101">
                  <c:v>0.6116896551724138</c:v>
                </c:pt>
                <c:pt idx="102">
                  <c:v>0.5663793103448276</c:v>
                </c:pt>
                <c:pt idx="103">
                  <c:v>0.5210689655172414</c:v>
                </c:pt>
                <c:pt idx="104">
                  <c:v>0.4757586206896552</c:v>
                </c:pt>
                <c:pt idx="105">
                  <c:v>0.430448275862069</c:v>
                </c:pt>
                <c:pt idx="106">
                  <c:v>0.3851379310344828</c:v>
                </c:pt>
                <c:pt idx="107">
                  <c:v>0.33982758620689657</c:v>
                </c:pt>
                <c:pt idx="108">
                  <c:v>0.29451724137931035</c:v>
                </c:pt>
                <c:pt idx="109">
                  <c:v>0.24920689655172412</c:v>
                </c:pt>
                <c:pt idx="110">
                  <c:v>0.20389655172413795</c:v>
                </c:pt>
                <c:pt idx="111">
                  <c:v>0.15858620689655173</c:v>
                </c:pt>
                <c:pt idx="112">
                  <c:v>0.11327586206896556</c:v>
                </c:pt>
                <c:pt idx="113">
                  <c:v>0.06796551724137934</c:v>
                </c:pt>
                <c:pt idx="114">
                  <c:v>0.022655172413793112</c:v>
                </c:pt>
                <c:pt idx="115">
                  <c:v>-0.022655172413793112</c:v>
                </c:pt>
                <c:pt idx="116">
                  <c:v>-0.06796551724137934</c:v>
                </c:pt>
                <c:pt idx="117">
                  <c:v>-0.11327586206896556</c:v>
                </c:pt>
                <c:pt idx="118">
                  <c:v>-0.15858620689655178</c:v>
                </c:pt>
                <c:pt idx="119">
                  <c:v>-0.2038965517241379</c:v>
                </c:pt>
                <c:pt idx="120">
                  <c:v>-0.24920689655172412</c:v>
                </c:pt>
                <c:pt idx="121">
                  <c:v>-0.29451724137931035</c:v>
                </c:pt>
                <c:pt idx="122">
                  <c:v>-0.33982758620689657</c:v>
                </c:pt>
                <c:pt idx="123">
                  <c:v>-0.3851379310344827</c:v>
                </c:pt>
                <c:pt idx="124">
                  <c:v>-0.4304482758620689</c:v>
                </c:pt>
                <c:pt idx="125">
                  <c:v>-0.47575862068965513</c:v>
                </c:pt>
                <c:pt idx="126">
                  <c:v>-0.5210689655172414</c:v>
                </c:pt>
                <c:pt idx="127">
                  <c:v>-0.5663793103448276</c:v>
                </c:pt>
                <c:pt idx="128">
                  <c:v>-0.6116896551724138</c:v>
                </c:pt>
                <c:pt idx="129">
                  <c:v>-0.657</c:v>
                </c:pt>
              </c:numCache>
            </c:numRef>
          </c:xVal>
          <c:yVal>
            <c:numRef>
              <c:f>Sheet1!$C$2:$C$131</c:f>
              <c:numCache>
                <c:formatCode>General</c:formatCode>
                <c:ptCount val="130"/>
                <c:pt idx="70">
                  <c:v>-1.831</c:v>
                </c:pt>
                <c:pt idx="71">
                  <c:v>-1.7047241379310345</c:v>
                </c:pt>
                <c:pt idx="72">
                  <c:v>-1.578448275862069</c:v>
                </c:pt>
                <c:pt idx="73">
                  <c:v>-1.4521724137931034</c:v>
                </c:pt>
                <c:pt idx="74">
                  <c:v>-1.325896551724138</c:v>
                </c:pt>
                <c:pt idx="75">
                  <c:v>-1.1996206896551724</c:v>
                </c:pt>
                <c:pt idx="76">
                  <c:v>-1.0733448275862068</c:v>
                </c:pt>
                <c:pt idx="77">
                  <c:v>-0.9470689655172413</c:v>
                </c:pt>
                <c:pt idx="78">
                  <c:v>-0.8207931034482758</c:v>
                </c:pt>
                <c:pt idx="79">
                  <c:v>-0.6945172413793104</c:v>
                </c:pt>
                <c:pt idx="80">
                  <c:v>-0.5682413793103449</c:v>
                </c:pt>
                <c:pt idx="81">
                  <c:v>-0.44196551724137945</c:v>
                </c:pt>
                <c:pt idx="82">
                  <c:v>-0.31568965517241376</c:v>
                </c:pt>
                <c:pt idx="83">
                  <c:v>-0.18941379310344808</c:v>
                </c:pt>
                <c:pt idx="84">
                  <c:v>-0.06313793103448262</c:v>
                </c:pt>
                <c:pt idx="85">
                  <c:v>0.06313793103448284</c:v>
                </c:pt>
                <c:pt idx="86">
                  <c:v>0.1894137931034483</c:v>
                </c:pt>
                <c:pt idx="87">
                  <c:v>0.31568965517241354</c:v>
                </c:pt>
                <c:pt idx="88">
                  <c:v>0.4419655172413792</c:v>
                </c:pt>
                <c:pt idx="89">
                  <c:v>0.5682413793103449</c:v>
                </c:pt>
                <c:pt idx="90">
                  <c:v>0.6945172413793101</c:v>
                </c:pt>
                <c:pt idx="91">
                  <c:v>0.8207931034482758</c:v>
                </c:pt>
                <c:pt idx="92">
                  <c:v>0.9470689655172411</c:v>
                </c:pt>
                <c:pt idx="93">
                  <c:v>1.0733448275862068</c:v>
                </c:pt>
                <c:pt idx="94">
                  <c:v>1.1996206896551724</c:v>
                </c:pt>
                <c:pt idx="95">
                  <c:v>1.3258965517241377</c:v>
                </c:pt>
                <c:pt idx="96">
                  <c:v>1.4521724137931038</c:v>
                </c:pt>
                <c:pt idx="97">
                  <c:v>1.578448275862069</c:v>
                </c:pt>
                <c:pt idx="98">
                  <c:v>1.7047241379310347</c:v>
                </c:pt>
                <c:pt idx="99">
                  <c:v>1.831</c:v>
                </c:pt>
              </c:numCache>
            </c:numRef>
          </c:yVal>
          <c:smooth val="0"/>
        </c:ser>
        <c:ser>
          <c:idx val="2"/>
          <c:order val="2"/>
          <c:tx>
            <c:strRef>
              <c:f>Sheet1!$D$1</c:f>
              <c:strCache>
                <c:ptCount val="1"/>
                <c:pt idx="0">
                  <c:v>PC2</c:v>
                </c:pt>
              </c:strCache>
            </c:strRef>
          </c:tx>
          <c:spPr>
            <a:solidFill>
              <a:srgbClr val="F2C14E"/>
            </a:solidFill>
            <a:ln>
              <a:noFill/>
            </a:ln>
            <a:effectLst/>
          </c:spPr>
          <c:marker>
            <c:symbol val="circle"/>
            <c:size val="4"/>
            <c:spPr>
              <a:solidFill>
                <a:srgbClr val="F2C14E"/>
              </a:solidFill>
              <a:ln w="9525" cap="flat">
                <a:solidFill>
                  <a:srgbClr val="F2C14E"/>
                </a:solidFill>
                <a:prstDash val="solid"/>
                <a:round/>
              </a:ln>
              <a:effectLst/>
            </c:spPr>
          </c:marker>
          <c:xVal>
            <c:numRef>
              <c:f>Sheet1!$A$2:$A$131</c:f>
              <c:numCache>
                <c:formatCode>General</c:formatCode>
                <c:ptCount val="130"/>
                <c:pt idx="0">
                  <c:v>-0.165</c:v>
                </c:pt>
                <c:pt idx="1">
                  <c:v>0.91</c:v>
                </c:pt>
                <c:pt idx="2">
                  <c:v>-0.243</c:v>
                </c:pt>
                <c:pt idx="3">
                  <c:v>-1.154</c:v>
                </c:pt>
                <c:pt idx="4">
                  <c:v>-0.927</c:v>
                </c:pt>
                <c:pt idx="5">
                  <c:v>-1.491</c:v>
                </c:pt>
                <c:pt idx="6">
                  <c:v>0.164</c:v>
                </c:pt>
                <c:pt idx="7">
                  <c:v>1.87</c:v>
                </c:pt>
                <c:pt idx="8">
                  <c:v>-0.587</c:v>
                </c:pt>
                <c:pt idx="9">
                  <c:v>-1.215</c:v>
                </c:pt>
                <c:pt idx="10">
                  <c:v>0.759</c:v>
                </c:pt>
                <c:pt idx="11">
                  <c:v>0.551</c:v>
                </c:pt>
                <c:pt idx="12">
                  <c:v>0.049</c:v>
                </c:pt>
                <c:pt idx="13">
                  <c:v>-1.201</c:v>
                </c:pt>
                <c:pt idx="14">
                  <c:v>0.012</c:v>
                </c:pt>
                <c:pt idx="15">
                  <c:v>1.209</c:v>
                </c:pt>
                <c:pt idx="16">
                  <c:v>-1.777</c:v>
                </c:pt>
                <c:pt idx="17">
                  <c:v>-0.492</c:v>
                </c:pt>
                <c:pt idx="18">
                  <c:v>-2.819</c:v>
                </c:pt>
                <c:pt idx="19">
                  <c:v>-1.877</c:v>
                </c:pt>
                <c:pt idx="20">
                  <c:v>-2.433</c:v>
                </c:pt>
                <c:pt idx="21">
                  <c:v>-0.484</c:v>
                </c:pt>
                <c:pt idx="22">
                  <c:v>-1.591</c:v>
                </c:pt>
                <c:pt idx="23">
                  <c:v>0.088</c:v>
                </c:pt>
                <c:pt idx="24">
                  <c:v>0.209</c:v>
                </c:pt>
                <c:pt idx="25">
                  <c:v>-0.398</c:v>
                </c:pt>
                <c:pt idx="26">
                  <c:v>-3</c:v>
                </c:pt>
                <c:pt idx="27">
                  <c:v>-0.803</c:v>
                </c:pt>
                <c:pt idx="28">
                  <c:v>0.372</c:v>
                </c:pt>
                <c:pt idx="29">
                  <c:v>0.676</c:v>
                </c:pt>
                <c:pt idx="30">
                  <c:v>-1.948</c:v>
                </c:pt>
                <c:pt idx="31">
                  <c:v>-0.4</c:v>
                </c:pt>
                <c:pt idx="32">
                  <c:v>-1.338</c:v>
                </c:pt>
                <c:pt idx="33">
                  <c:v>-1.651</c:v>
                </c:pt>
                <c:pt idx="34">
                  <c:v>1.62</c:v>
                </c:pt>
                <c:pt idx="35">
                  <c:v>-0.908</c:v>
                </c:pt>
                <c:pt idx="36">
                  <c:v>-0.096</c:v>
                </c:pt>
                <c:pt idx="37">
                  <c:v>1.044</c:v>
                </c:pt>
                <c:pt idx="38">
                  <c:v>-0.727</c:v>
                </c:pt>
                <c:pt idx="39">
                  <c:v>-0.095</c:v>
                </c:pt>
                <c:pt idx="40">
                  <c:v>-0.035</c:v>
                </c:pt>
                <c:pt idx="41">
                  <c:v>-0.05</c:v>
                </c:pt>
                <c:pt idx="42">
                  <c:v>-1.356</c:v>
                </c:pt>
                <c:pt idx="43">
                  <c:v>0.121</c:v>
                </c:pt>
                <c:pt idx="44">
                  <c:v>1.791</c:v>
                </c:pt>
                <c:pt idx="45">
                  <c:v>-1.777</c:v>
                </c:pt>
                <c:pt idx="46">
                  <c:v>1.071</c:v>
                </c:pt>
                <c:pt idx="47">
                  <c:v>0.38</c:v>
                </c:pt>
                <c:pt idx="48">
                  <c:v>-1.101</c:v>
                </c:pt>
                <c:pt idx="49">
                  <c:v>2.6</c:v>
                </c:pt>
                <c:pt idx="50">
                  <c:v>0.986</c:v>
                </c:pt>
                <c:pt idx="51">
                  <c:v>-1.436</c:v>
                </c:pt>
                <c:pt idx="52">
                  <c:v>0.129</c:v>
                </c:pt>
                <c:pt idx="53">
                  <c:v>1.28</c:v>
                </c:pt>
                <c:pt idx="54">
                  <c:v>0.042</c:v>
                </c:pt>
                <c:pt idx="55">
                  <c:v>0.811</c:v>
                </c:pt>
                <c:pt idx="56">
                  <c:v>0.462</c:v>
                </c:pt>
                <c:pt idx="57">
                  <c:v>0.665</c:v>
                </c:pt>
                <c:pt idx="58">
                  <c:v>2.356</c:v>
                </c:pt>
                <c:pt idx="59">
                  <c:v>-1.09</c:v>
                </c:pt>
                <c:pt idx="60">
                  <c:v>0.487</c:v>
                </c:pt>
                <c:pt idx="61">
                  <c:v>-0.815</c:v>
                </c:pt>
                <c:pt idx="62">
                  <c:v>0.135</c:v>
                </c:pt>
                <c:pt idx="63">
                  <c:v>-1.176</c:v>
                </c:pt>
                <c:pt idx="64">
                  <c:v>-1.09</c:v>
                </c:pt>
                <c:pt idx="65">
                  <c:v>-0.632</c:v>
                </c:pt>
                <c:pt idx="66">
                  <c:v>1.207</c:v>
                </c:pt>
                <c:pt idx="67">
                  <c:v>1.587</c:v>
                </c:pt>
                <c:pt idx="68">
                  <c:v>-1.712</c:v>
                </c:pt>
                <c:pt idx="69">
                  <c:v>-0.801</c:v>
                </c:pt>
                <c:pt idx="70">
                  <c:v>-3.443</c:v>
                </c:pt>
                <c:pt idx="71">
                  <c:v>-3.205551724137931</c:v>
                </c:pt>
                <c:pt idx="72">
                  <c:v>-2.968103448275862</c:v>
                </c:pt>
                <c:pt idx="73">
                  <c:v>-2.730655172413793</c:v>
                </c:pt>
                <c:pt idx="74">
                  <c:v>-2.4932068965517242</c:v>
                </c:pt>
                <c:pt idx="75">
                  <c:v>-2.2557586206896554</c:v>
                </c:pt>
                <c:pt idx="76">
                  <c:v>-2.018310344827586</c:v>
                </c:pt>
                <c:pt idx="77">
                  <c:v>-1.7808620689655175</c:v>
                </c:pt>
                <c:pt idx="78">
                  <c:v>-1.5434137931034484</c:v>
                </c:pt>
                <c:pt idx="79">
                  <c:v>-1.305965517241379</c:v>
                </c:pt>
                <c:pt idx="80">
                  <c:v>-1.0685172413793103</c:v>
                </c:pt>
                <c:pt idx="81">
                  <c:v>-0.8310689655172414</c:v>
                </c:pt>
                <c:pt idx="82">
                  <c:v>-0.5936206896551721</c:v>
                </c:pt>
                <c:pt idx="83">
                  <c:v>-0.35617241379310327</c:v>
                </c:pt>
                <c:pt idx="84">
                  <c:v>-0.11872413793103487</c:v>
                </c:pt>
                <c:pt idx="85">
                  <c:v>0.11872413793103442</c:v>
                </c:pt>
                <c:pt idx="86">
                  <c:v>0.35617241379310327</c:v>
                </c:pt>
                <c:pt idx="87">
                  <c:v>0.5936206896551721</c:v>
                </c:pt>
                <c:pt idx="88">
                  <c:v>0.8310689655172419</c:v>
                </c:pt>
                <c:pt idx="89">
                  <c:v>1.0685172413793107</c:v>
                </c:pt>
                <c:pt idx="90">
                  <c:v>1.3059655172413795</c:v>
                </c:pt>
                <c:pt idx="91">
                  <c:v>1.5434137931034484</c:v>
                </c:pt>
                <c:pt idx="92">
                  <c:v>1.7808620689655172</c:v>
                </c:pt>
                <c:pt idx="93">
                  <c:v>2.018310344827587</c:v>
                </c:pt>
                <c:pt idx="94">
                  <c:v>2.255758620689656</c:v>
                </c:pt>
                <c:pt idx="95">
                  <c:v>2.4932068965517247</c:v>
                </c:pt>
                <c:pt idx="96">
                  <c:v>2.7306551724137935</c:v>
                </c:pt>
                <c:pt idx="97">
                  <c:v>2.9681034482758615</c:v>
                </c:pt>
                <c:pt idx="98">
                  <c:v>3.2055517241379303</c:v>
                </c:pt>
                <c:pt idx="99">
                  <c:v>3.443000000000001</c:v>
                </c:pt>
                <c:pt idx="100">
                  <c:v>0.657</c:v>
                </c:pt>
                <c:pt idx="101">
                  <c:v>0.6116896551724138</c:v>
                </c:pt>
                <c:pt idx="102">
                  <c:v>0.5663793103448276</c:v>
                </c:pt>
                <c:pt idx="103">
                  <c:v>0.5210689655172414</c:v>
                </c:pt>
                <c:pt idx="104">
                  <c:v>0.4757586206896552</c:v>
                </c:pt>
                <c:pt idx="105">
                  <c:v>0.430448275862069</c:v>
                </c:pt>
                <c:pt idx="106">
                  <c:v>0.3851379310344828</c:v>
                </c:pt>
                <c:pt idx="107">
                  <c:v>0.33982758620689657</c:v>
                </c:pt>
                <c:pt idx="108">
                  <c:v>0.29451724137931035</c:v>
                </c:pt>
                <c:pt idx="109">
                  <c:v>0.24920689655172412</c:v>
                </c:pt>
                <c:pt idx="110">
                  <c:v>0.20389655172413795</c:v>
                </c:pt>
                <c:pt idx="111">
                  <c:v>0.15858620689655173</c:v>
                </c:pt>
                <c:pt idx="112">
                  <c:v>0.11327586206896556</c:v>
                </c:pt>
                <c:pt idx="113">
                  <c:v>0.06796551724137934</c:v>
                </c:pt>
                <c:pt idx="114">
                  <c:v>0.022655172413793112</c:v>
                </c:pt>
                <c:pt idx="115">
                  <c:v>-0.022655172413793112</c:v>
                </c:pt>
                <c:pt idx="116">
                  <c:v>-0.06796551724137934</c:v>
                </c:pt>
                <c:pt idx="117">
                  <c:v>-0.11327586206896556</c:v>
                </c:pt>
                <c:pt idx="118">
                  <c:v>-0.15858620689655178</c:v>
                </c:pt>
                <c:pt idx="119">
                  <c:v>-0.2038965517241379</c:v>
                </c:pt>
                <c:pt idx="120">
                  <c:v>-0.24920689655172412</c:v>
                </c:pt>
                <c:pt idx="121">
                  <c:v>-0.29451724137931035</c:v>
                </c:pt>
                <c:pt idx="122">
                  <c:v>-0.33982758620689657</c:v>
                </c:pt>
                <c:pt idx="123">
                  <c:v>-0.3851379310344827</c:v>
                </c:pt>
                <c:pt idx="124">
                  <c:v>-0.4304482758620689</c:v>
                </c:pt>
                <c:pt idx="125">
                  <c:v>-0.47575862068965513</c:v>
                </c:pt>
                <c:pt idx="126">
                  <c:v>-0.5210689655172414</c:v>
                </c:pt>
                <c:pt idx="127">
                  <c:v>-0.5663793103448276</c:v>
                </c:pt>
                <c:pt idx="128">
                  <c:v>-0.6116896551724138</c:v>
                </c:pt>
                <c:pt idx="129">
                  <c:v>-0.657</c:v>
                </c:pt>
              </c:numCache>
            </c:numRef>
          </c:xVal>
          <c:yVal>
            <c:numRef>
              <c:f>Sheet1!$D$2:$D$131</c:f>
              <c:numCache>
                <c:formatCode>General</c:formatCode>
                <c:ptCount val="130"/>
                <c:pt idx="100">
                  <c:v>-1.236</c:v>
                </c:pt>
                <c:pt idx="101">
                  <c:v>-1.1507586206896552</c:v>
                </c:pt>
                <c:pt idx="102">
                  <c:v>-1.0655172413793104</c:v>
                </c:pt>
                <c:pt idx="103">
                  <c:v>-0.9802758620689656</c:v>
                </c:pt>
                <c:pt idx="104">
                  <c:v>-0.8950344827586207</c:v>
                </c:pt>
                <c:pt idx="105">
                  <c:v>-0.8097931034482759</c:v>
                </c:pt>
                <c:pt idx="106">
                  <c:v>-0.724551724137931</c:v>
                </c:pt>
                <c:pt idx="107">
                  <c:v>-0.6393103448275862</c:v>
                </c:pt>
                <c:pt idx="108">
                  <c:v>-0.5540689655172414</c:v>
                </c:pt>
                <c:pt idx="109">
                  <c:v>-0.46882758620689646</c:v>
                </c:pt>
                <c:pt idx="110">
                  <c:v>-0.38358620689655176</c:v>
                </c:pt>
                <c:pt idx="111">
                  <c:v>-0.29834482758620684</c:v>
                </c:pt>
                <c:pt idx="112">
                  <c:v>-0.21310344827586203</c:v>
                </c:pt>
                <c:pt idx="113">
                  <c:v>-0.12786206896551722</c:v>
                </c:pt>
                <c:pt idx="114">
                  <c:v>-0.042620689655172406</c:v>
                </c:pt>
                <c:pt idx="115">
                  <c:v>0.042620689655172406</c:v>
                </c:pt>
                <c:pt idx="116">
                  <c:v>0.12786206896551722</c:v>
                </c:pt>
                <c:pt idx="117">
                  <c:v>0.21310344827586203</c:v>
                </c:pt>
                <c:pt idx="118">
                  <c:v>0.29834482758620706</c:v>
                </c:pt>
                <c:pt idx="119">
                  <c:v>0.38358620689655165</c:v>
                </c:pt>
                <c:pt idx="120">
                  <c:v>0.46882758620689646</c:v>
                </c:pt>
                <c:pt idx="121">
                  <c:v>0.5540689655172413</c:v>
                </c:pt>
                <c:pt idx="122">
                  <c:v>0.6393103448275863</c:v>
                </c:pt>
                <c:pt idx="123">
                  <c:v>0.7245517241379311</c:v>
                </c:pt>
                <c:pt idx="124">
                  <c:v>0.8097931034482759</c:v>
                </c:pt>
                <c:pt idx="125">
                  <c:v>0.8950344827586207</c:v>
                </c:pt>
                <c:pt idx="126">
                  <c:v>0.9802758620689656</c:v>
                </c:pt>
                <c:pt idx="127">
                  <c:v>1.0655172413793104</c:v>
                </c:pt>
                <c:pt idx="128">
                  <c:v>1.1507586206896552</c:v>
                </c:pt>
                <c:pt idx="129">
                  <c:v>1.236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5"/>
          <c:min val="-4.5"/>
        </c:scaling>
        <c:delete val="0"/>
        <c:axPos val="b"/>
        <c:title>
          <c:tx>
            <c:rich>
              <a:bodyPr/>
              <a:lstStyle/>
              <a:p>
                <a:pPr>
                  <a:defRPr sz="1100" b="0" i="0" u="none" strike="noStrike">
                    <a:solidFill>
                      <a:srgbClr val="B8B0AC"/>
                    </a:solidFill>
                    <a:latin typeface="Calibri"/>
                  </a:defRPr>
                </a:pPr>
                <a:r>
                  <a:rPr sz="1100" b="0" i="0" u="none" strike="noStrike">
                    <a:solidFill>
                      <a:srgbClr val="B8B0AC"/>
                    </a:solidFill>
                    <a:latin typeface="Calibri"/>
                  </a:rPr>
                  <a:t>Example variable 1 (scaled)</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B8B0AC"/>
                </a:solidFill>
                <a:latin typeface="Calibri"/>
              </a:defRPr>
            </a:pPr>
            <a:endParaRPr lang="en-US"/>
          </a:p>
        </c:txPr>
        <c:crossAx val="2094734552"/>
        <c:crosses val="autoZero"/>
        <c:auto val="1"/>
        <c:lblAlgn val="ctr"/>
        <c:noMultiLvlLbl val="1"/>
      </c:valAx>
      <c:valAx>
        <c:axId val="2094734552"/>
        <c:scaling>
          <c:orientation val="minMax"/>
          <c:max val="3"/>
          <c:min val="-3"/>
        </c:scaling>
        <c:delete val="0"/>
        <c:axPos val="l"/>
        <c:majorGridlines>
          <c:spPr>
            <a:ln w="6350" cap="flat">
              <a:solidFill>
                <a:srgbClr val="3A3A3D"/>
              </a:solidFill>
              <a:prstDash val="solid"/>
              <a:round/>
            </a:ln>
          </c:spPr>
        </c:majorGridlines>
        <c:title>
          <c:tx>
            <c:rich>
              <a:bodyPr/>
              <a:lstStyle/>
              <a:p>
                <a:pPr>
                  <a:defRPr sz="1100" b="0" i="0" u="none" strike="noStrike">
                    <a:solidFill>
                      <a:srgbClr val="B8B0AC"/>
                    </a:solidFill>
                    <a:latin typeface="Calibri"/>
                  </a:defRPr>
                </a:pPr>
                <a:r>
                  <a:rPr sz="1100" b="0" i="0" u="none" strike="noStrike">
                    <a:solidFill>
                      <a:srgbClr val="B8B0AC"/>
                    </a:solidFill>
                    <a:latin typeface="Calibri"/>
                  </a:rPr>
                  <a:t>Example variable 2 (scaled)</a:t>
                </a:r>
              </a:p>
            </c:rich>
          </c:tx>
          <c:layout/>
          <c:overlay val="0"/>
        </c:title>
        <c:numFmt formatCode="General" sourceLinked="0"/>
        <c:majorTickMark val="none"/>
        <c:minorTickMark val="none"/>
        <c:tickLblPos val="low"/>
        <c:spPr>
          <a:ln w="12700" cap="flat">
            <a:solidFill>
              <a:srgbClr val="888888"/>
            </a:solidFill>
            <a:prstDash val="solid"/>
            <a:round/>
          </a:ln>
        </c:spPr>
        <c:txPr>
          <a:bodyPr/>
          <a:lstStyle/>
          <a:p>
            <a:pPr>
              <a:defRPr sz="1000" b="0" i="0" u="none" strike="noStrike">
                <a:solidFill>
                  <a:srgbClr val="B8B0AC"/>
                </a:solidFill>
                <a:latin typeface="Calibri"/>
              </a:defRPr>
            </a:pPr>
            <a:endParaRPr lang="en-US"/>
          </a:p>
        </c:txPr>
        <c:crossAx val="2094734554"/>
        <c:crosses val="autoZero"/>
        <c:crossBetween val="midCat"/>
      </c:valAx>
      <c:spPr>
        <a:solidFill>
          <a:srgbClr val="0E0D10"/>
        </a:solidFill>
        <a:ln>
          <a:noFill/>
        </a:ln>
        <a:effectLst/>
      </c:spPr>
    </c:plotArea>
    <c:legend>
      <c:legendPos val="b"/>
      <c:overlay val="0"/>
      <c:txPr>
        <a:bodyPr/>
        <a:lstStyle/>
        <a:p>
          <a:pPr>
            <a:defRPr sz="1100">
              <a:solidFill>
                <a:srgbClr val="EDE3D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strCache>
            </c:strRef>
          </c:tx>
          <c:spPr>
            <a:solidFill>
              <a:srgbClr val="E87500"/>
            </a:solidFill>
            <a:ln>
              <a:noFill/>
            </a:ln>
            <a:effectLst/>
          </c:spPr>
          <c:marker>
            <c:symbol val="circle"/>
            <c:size val="5"/>
            <c:spPr>
              <a:solidFill>
                <a:srgbClr val="E87500"/>
              </a:solidFill>
              <a:ln w="9525" cap="flat">
                <a:solidFill>
                  <a:srgbClr val="E87500"/>
                </a:solidFill>
                <a:prstDash val="solid"/>
                <a:round/>
              </a:ln>
              <a:effectLst/>
            </c:spPr>
          </c:marker>
          <c:xVal>
            <c:numRef>
              <c:f>Sheet1!$A$2:$A$360</c:f>
              <c:numCache>
                <c:formatCode>General</c:formatCode>
                <c:ptCount val="359"/>
                <c:pt idx="0">
                  <c:v>0.48284</c:v>
                </c:pt>
                <c:pt idx="1">
                  <c:v>1.097023</c:v>
                </c:pt>
                <c:pt idx="2">
                  <c:v>0.615273</c:v>
                </c:pt>
                <c:pt idx="3">
                  <c:v>-0.250101</c:v>
                </c:pt>
                <c:pt idx="4">
                  <c:v>-1.179838</c:v>
                </c:pt>
                <c:pt idx="5">
                  <c:v>-1.513754</c:v>
                </c:pt>
                <c:pt idx="6">
                  <c:v>0.003214</c:v>
                </c:pt>
                <c:pt idx="7">
                  <c:v>-0.147293</c:v>
                </c:pt>
                <c:pt idx="8">
                  <c:v>-0.135712</c:v>
                </c:pt>
                <c:pt idx="9">
                  <c:v>-1.513567</c:v>
                </c:pt>
                <c:pt idx="10">
                  <c:v>-1.545722</c:v>
                </c:pt>
                <c:pt idx="11">
                  <c:v>0.260248</c:v>
                </c:pt>
                <c:pt idx="12">
                  <c:v>0.278026</c:v>
                </c:pt>
                <c:pt idx="13">
                  <c:v>-0.635776</c:v>
                </c:pt>
                <c:pt idx="14">
                  <c:v>-0.155224</c:v>
                </c:pt>
                <c:pt idx="15">
                  <c:v>-0.765239</c:v>
                </c:pt>
                <c:pt idx="16">
                  <c:v>-0.771272</c:v>
                </c:pt>
                <c:pt idx="17">
                  <c:v>0.761239</c:v>
                </c:pt>
                <c:pt idx="18">
                  <c:v>-1.72748</c:v>
                </c:pt>
                <c:pt idx="19">
                  <c:v>-1.74838</c:v>
                </c:pt>
                <c:pt idx="20">
                  <c:v>0.673986</c:v>
                </c:pt>
                <c:pt idx="21">
                  <c:v>0.157195</c:v>
                </c:pt>
                <c:pt idx="22">
                  <c:v>-0.14434</c:v>
                </c:pt>
                <c:pt idx="23">
                  <c:v>-1.277662</c:v>
                </c:pt>
                <c:pt idx="24">
                  <c:v>-0.439925</c:v>
                </c:pt>
                <c:pt idx="25">
                  <c:v>-0.702692</c:v>
                </c:pt>
                <c:pt idx="26">
                  <c:v>-0.222336</c:v>
                </c:pt>
                <c:pt idx="27">
                  <c:v>-0.871071</c:v>
                </c:pt>
                <c:pt idx="28">
                  <c:v>1.152018</c:v>
                </c:pt>
                <c:pt idx="29">
                  <c:v>-0.308791</c:v>
                </c:pt>
                <c:pt idx="30">
                  <c:v>-0.568177</c:v>
                </c:pt>
                <c:pt idx="31">
                  <c:v>-1.343212</c:v>
                </c:pt>
                <c:pt idx="32">
                  <c:v>0.074717</c:v>
                </c:pt>
                <c:pt idx="33">
                  <c:v>-0.760974</c:v>
                </c:pt>
                <c:pt idx="34">
                  <c:v>-0.259183</c:v>
                </c:pt>
                <c:pt idx="35">
                  <c:v>0.2667</c:v>
                </c:pt>
                <c:pt idx="36">
                  <c:v>0.591553</c:v>
                </c:pt>
                <c:pt idx="37">
                  <c:v>0.722207</c:v>
                </c:pt>
                <c:pt idx="38">
                  <c:v>0.955035</c:v>
                </c:pt>
                <c:pt idx="39">
                  <c:v>-0.538118</c:v>
                </c:pt>
                <c:pt idx="40">
                  <c:v>0.024925</c:v>
                </c:pt>
                <c:pt idx="41">
                  <c:v>0.047797</c:v>
                </c:pt>
                <c:pt idx="42">
                  <c:v>-1.459282</c:v>
                </c:pt>
                <c:pt idx="43">
                  <c:v>-0.579783</c:v>
                </c:pt>
                <c:pt idx="44">
                  <c:v>0.342347</c:v>
                </c:pt>
                <c:pt idx="45">
                  <c:v>0.988413</c:v>
                </c:pt>
                <c:pt idx="46">
                  <c:v>0.099138</c:v>
                </c:pt>
                <c:pt idx="47">
                  <c:v>-1.000077</c:v>
                </c:pt>
                <c:pt idx="48">
                  <c:v>0.684033</c:v>
                </c:pt>
                <c:pt idx="49">
                  <c:v>-0.756012</c:v>
                </c:pt>
                <c:pt idx="50">
                  <c:v>-1.659341</c:v>
                </c:pt>
                <c:pt idx="51">
                  <c:v>-0.4814</c:v>
                </c:pt>
                <c:pt idx="52">
                  <c:v>-0.672068</c:v>
                </c:pt>
                <c:pt idx="53">
                  <c:v>-0.511255</c:v>
                </c:pt>
                <c:pt idx="54">
                  <c:v>-1.02361</c:v>
                </c:pt>
                <c:pt idx="55">
                  <c:v>0.002924</c:v>
                </c:pt>
                <c:pt idx="56">
                  <c:v>0.495263</c:v>
                </c:pt>
                <c:pt idx="57">
                  <c:v>-1.754098</c:v>
                </c:pt>
                <c:pt idx="58">
                  <c:v>-0.672717</c:v>
                </c:pt>
                <c:pt idx="59">
                  <c:v>-1.230444</c:v>
                </c:pt>
                <c:pt idx="60">
                  <c:v>-0.334937</c:v>
                </c:pt>
                <c:pt idx="61">
                  <c:v>-1.243125</c:v>
                </c:pt>
                <c:pt idx="62">
                  <c:v>-0.298258</c:v>
                </c:pt>
                <c:pt idx="63">
                  <c:v>0.514002</c:v>
                </c:pt>
                <c:pt idx="64">
                  <c:v>-0.07463</c:v>
                </c:pt>
                <c:pt idx="65">
                  <c:v>-0.683088</c:v>
                </c:pt>
                <c:pt idx="66">
                  <c:v>-0.9496</c:v>
                </c:pt>
                <c:pt idx="67">
                  <c:v>-0.748375</c:v>
                </c:pt>
                <c:pt idx="68">
                  <c:v>-0.052179</c:v>
                </c:pt>
                <c:pt idx="69">
                  <c:v>0.302978</c:v>
                </c:pt>
                <c:pt idx="70">
                  <c:v>-0.915995</c:v>
                </c:pt>
                <c:pt idx="71">
                  <c:v>-0.39215</c:v>
                </c:pt>
                <c:pt idx="72">
                  <c:v>-0.231342</c:v>
                </c:pt>
                <c:pt idx="73">
                  <c:v>0.105978</c:v>
                </c:pt>
                <c:pt idx="74">
                  <c:v>-0.078897</c:v>
                </c:pt>
                <c:pt idx="75">
                  <c:v>-2.165973</c:v>
                </c:pt>
                <c:pt idx="76">
                  <c:v>-1.519967</c:v>
                </c:pt>
                <c:pt idx="77">
                  <c:v>1.027109</c:v>
                </c:pt>
                <c:pt idx="78">
                  <c:v>-0.223542</c:v>
                </c:pt>
                <c:pt idx="79">
                  <c:v>-1.264989</c:v>
                </c:pt>
                <c:pt idx="80">
                  <c:v>1.037337</c:v>
                </c:pt>
                <c:pt idx="81">
                  <c:v>-0.699939</c:v>
                </c:pt>
                <c:pt idx="82">
                  <c:v>-0.999533</c:v>
                </c:pt>
                <c:pt idx="83">
                  <c:v>-0.225012</c:v>
                </c:pt>
                <c:pt idx="84">
                  <c:v>0.159415</c:v>
                </c:pt>
                <c:pt idx="85">
                  <c:v>0.094763</c:v>
                </c:pt>
                <c:pt idx="86">
                  <c:v>0.276388</c:v>
                </c:pt>
                <c:pt idx="87">
                  <c:v>-0.332373</c:v>
                </c:pt>
                <c:pt idx="88">
                  <c:v>-1.346487</c:v>
                </c:pt>
                <c:pt idx="89">
                  <c:v>0.329338</c:v>
                </c:pt>
                <c:pt idx="90">
                  <c:v>-1.049144</c:v>
                </c:pt>
                <c:pt idx="91">
                  <c:v>-0.586477</c:v>
                </c:pt>
                <c:pt idx="92">
                  <c:v>-0.060861</c:v>
                </c:pt>
                <c:pt idx="93">
                  <c:v>0.3934</c:v>
                </c:pt>
                <c:pt idx="94">
                  <c:v>-0.617409</c:v>
                </c:pt>
                <c:pt idx="95">
                  <c:v>-1.274353</c:v>
                </c:pt>
                <c:pt idx="96">
                  <c:v>0.535397</c:v>
                </c:pt>
                <c:pt idx="97">
                  <c:v>-0.19238</c:v>
                </c:pt>
                <c:pt idx="98">
                  <c:v>-0.106463</c:v>
                </c:pt>
                <c:pt idx="99">
                  <c:v>0.212528</c:v>
                </c:pt>
                <c:pt idx="100">
                  <c:v>-1.345466</c:v>
                </c:pt>
                <c:pt idx="101">
                  <c:v>-0.961292</c:v>
                </c:pt>
                <c:pt idx="102">
                  <c:v>0.093355</c:v>
                </c:pt>
                <c:pt idx="103">
                  <c:v>0.800704</c:v>
                </c:pt>
                <c:pt idx="104">
                  <c:v>0.444199</c:v>
                </c:pt>
                <c:pt idx="105">
                  <c:v>0.417716</c:v>
                </c:pt>
                <c:pt idx="106">
                  <c:v>0.831123</c:v>
                </c:pt>
                <c:pt idx="107">
                  <c:v>0.662357</c:v>
                </c:pt>
                <c:pt idx="108">
                  <c:v>-1.501593</c:v>
                </c:pt>
                <c:pt idx="109">
                  <c:v>1.001613</c:v>
                </c:pt>
                <c:pt idx="110">
                  <c:v>-0.033547</c:v>
                </c:pt>
                <c:pt idx="111">
                  <c:v>0.272762</c:v>
                </c:pt>
                <c:pt idx="112">
                  <c:v>-1.320256</c:v>
                </c:pt>
                <c:pt idx="113">
                  <c:v>0.703423</c:v>
                </c:pt>
                <c:pt idx="114">
                  <c:v>0.59661</c:v>
                </c:pt>
                <c:pt idx="115">
                  <c:v>0.379461</c:v>
                </c:pt>
                <c:pt idx="116">
                  <c:v>0.957945</c:v>
                </c:pt>
                <c:pt idx="117">
                  <c:v>1.165212</c:v>
                </c:pt>
                <c:pt idx="118">
                  <c:v>-0.409174</c:v>
                </c:pt>
                <c:pt idx="119">
                  <c:v>-0.002129</c:v>
                </c:pt>
                <c:pt idx="120">
                  <c:v>0.7863</c:v>
                </c:pt>
                <c:pt idx="121">
                  <c:v>-0.26403</c:v>
                </c:pt>
                <c:pt idx="122">
                  <c:v>-1.028454</c:v>
                </c:pt>
                <c:pt idx="123">
                  <c:v>-0.473175</c:v>
                </c:pt>
                <c:pt idx="124">
                  <c:v>0.249934</c:v>
                </c:pt>
                <c:pt idx="125">
                  <c:v>-0.796762</c:v>
                </c:pt>
                <c:pt idx="126">
                  <c:v>-0.939369</c:v>
                </c:pt>
                <c:pt idx="127">
                  <c:v>-1.06342</c:v>
                </c:pt>
                <c:pt idx="128">
                  <c:v>-0.04102</c:v>
                </c:pt>
                <c:pt idx="129">
                  <c:v>-0.320306</c:v>
                </c:pt>
                <c:pt idx="130">
                  <c:v>-0.382581</c:v>
                </c:pt>
                <c:pt idx="131">
                  <c:v>-0.021938</c:v>
                </c:pt>
                <c:pt idx="132">
                  <c:v>-0.56939</c:v>
                </c:pt>
                <c:pt idx="133">
                  <c:v>0.082653</c:v>
                </c:pt>
                <c:pt idx="134">
                  <c:v>0.521766</c:v>
                </c:pt>
                <c:pt idx="135">
                  <c:v>0.2289</c:v>
                </c:pt>
                <c:pt idx="136">
                  <c:v>-0.13293</c:v>
                </c:pt>
                <c:pt idx="137">
                  <c:v>0.489548</c:v>
                </c:pt>
                <c:pt idx="138">
                  <c:v>0.366429</c:v>
                </c:pt>
                <c:pt idx="139">
                  <c:v>-0.45104</c:v>
                </c:pt>
                <c:pt idx="140">
                  <c:v>-0.960775</c:v>
                </c:pt>
                <c:pt idx="141">
                  <c:v>-1.220425</c:v>
                </c:pt>
                <c:pt idx="142">
                  <c:v>1.054098</c:v>
                </c:pt>
                <c:pt idx="143">
                  <c:v>0.799934</c:v>
                </c:pt>
                <c:pt idx="144">
                  <c:v>1.525043</c:v>
                </c:pt>
                <c:pt idx="145">
                  <c:v>-0.058548</c:v>
                </c:pt>
                <c:pt idx="146">
                  <c:v>0.356518</c:v>
                </c:pt>
                <c:pt idx="147">
                  <c:v>-0.598119</c:v>
                </c:pt>
                <c:pt idx="148">
                  <c:v>-0.076433</c:v>
                </c:pt>
                <c:pt idx="149">
                  <c:v>-0.13794</c:v>
                </c:pt>
                <c:pt idx="150">
                  <c:v>0.663843</c:v>
                </c:pt>
                <c:pt idx="151">
                  <c:v>-0.583897</c:v>
                </c:pt>
                <c:pt idx="152">
                  <c:v>-0.583444</c:v>
                </c:pt>
                <c:pt idx="153">
                  <c:v>-0.55008</c:v>
                </c:pt>
                <c:pt idx="154">
                  <c:v>-1.020594</c:v>
                </c:pt>
                <c:pt idx="155">
                  <c:v>-1.589164</c:v>
                </c:pt>
                <c:pt idx="156">
                  <c:v>-0.805993</c:v>
                </c:pt>
                <c:pt idx="157">
                  <c:v>-1.845511</c:v>
                </c:pt>
                <c:pt idx="158">
                  <c:v>-0.386835</c:v>
                </c:pt>
                <c:pt idx="159">
                  <c:v>-0.154065</c:v>
                </c:pt>
                <c:pt idx="160">
                  <c:v>-1.313826</c:v>
                </c:pt>
                <c:pt idx="161">
                  <c:v>0.727212</c:v>
                </c:pt>
                <c:pt idx="162">
                  <c:v>-0.00882</c:v>
                </c:pt>
                <c:pt idx="163">
                  <c:v>-1.467872</c:v>
                </c:pt>
                <c:pt idx="164">
                  <c:v>1.078367</c:v>
                </c:pt>
                <c:pt idx="165">
                  <c:v>-1.04663</c:v>
                </c:pt>
                <c:pt idx="166">
                  <c:v>-2.177575</c:v>
                </c:pt>
                <c:pt idx="167">
                  <c:v>-0.338702</c:v>
                </c:pt>
                <c:pt idx="168">
                  <c:v>-0.27081</c:v>
                </c:pt>
                <c:pt idx="169">
                  <c:v>0.465774</c:v>
                </c:pt>
                <c:pt idx="170">
                  <c:v>-0.737289</c:v>
                </c:pt>
                <c:pt idx="171">
                  <c:v>0.599963</c:v>
                </c:pt>
                <c:pt idx="172">
                  <c:v>-1.183608</c:v>
                </c:pt>
                <c:pt idx="173">
                  <c:v>1.530585</c:v>
                </c:pt>
                <c:pt idx="174">
                  <c:v>-1.733653</c:v>
                </c:pt>
                <c:pt idx="175">
                  <c:v>0.79769</c:v>
                </c:pt>
                <c:pt idx="176">
                  <c:v>-0.011928</c:v>
                </c:pt>
                <c:pt idx="177">
                  <c:v>-0.172955</c:v>
                </c:pt>
                <c:pt idx="178">
                  <c:v>0.673922</c:v>
                </c:pt>
                <c:pt idx="179">
                  <c:v>0.583332</c:v>
                </c:pt>
                <c:pt idx="180">
                  <c:v>-0.860579</c:v>
                </c:pt>
                <c:pt idx="181">
                  <c:v>-1.159565</c:v>
                </c:pt>
                <c:pt idx="182">
                  <c:v>0.346306</c:v>
                </c:pt>
                <c:pt idx="183">
                  <c:v>-1.403267</c:v>
                </c:pt>
                <c:pt idx="184">
                  <c:v>0.027797</c:v>
                </c:pt>
                <c:pt idx="185">
                  <c:v>-1.187345</c:v>
                </c:pt>
                <c:pt idx="186">
                  <c:v>1.568504</c:v>
                </c:pt>
                <c:pt idx="187">
                  <c:v>0.934811</c:v>
                </c:pt>
                <c:pt idx="188">
                  <c:v>-1.856702</c:v>
                </c:pt>
                <c:pt idx="189">
                  <c:v>0.110876</c:v>
                </c:pt>
                <c:pt idx="190">
                  <c:v>-0.053853</c:v>
                </c:pt>
                <c:pt idx="191">
                  <c:v>-1.066757</c:v>
                </c:pt>
                <c:pt idx="192">
                  <c:v>-0.078624</c:v>
                </c:pt>
                <c:pt idx="193">
                  <c:v>-1.588371</c:v>
                </c:pt>
                <c:pt idx="194">
                  <c:v>-1.189832</c:v>
                </c:pt>
                <c:pt idx="195">
                  <c:v>-0.004326</c:v>
                </c:pt>
                <c:pt idx="196">
                  <c:v>-1.307877</c:v>
                </c:pt>
                <c:pt idx="197">
                  <c:v>0.338834</c:v>
                </c:pt>
                <c:pt idx="198">
                  <c:v>-0.925228</c:v>
                </c:pt>
                <c:pt idx="199">
                  <c:v>-1.09671</c:v>
                </c:pt>
                <c:pt idx="200">
                  <c:v>0.406779</c:v>
                </c:pt>
                <c:pt idx="201">
                  <c:v>-0.363676</c:v>
                </c:pt>
                <c:pt idx="202">
                  <c:v>-0.17198</c:v>
                </c:pt>
                <c:pt idx="203">
                  <c:v>-0.566572</c:v>
                </c:pt>
                <c:pt idx="204">
                  <c:v>1.391259</c:v>
                </c:pt>
                <c:pt idx="205">
                  <c:v>0.153877</c:v>
                </c:pt>
                <c:pt idx="206">
                  <c:v>-0.207281</c:v>
                </c:pt>
                <c:pt idx="207">
                  <c:v>0.071284</c:v>
                </c:pt>
                <c:pt idx="208">
                  <c:v>1.954189</c:v>
                </c:pt>
                <c:pt idx="209">
                  <c:v>3.056225</c:v>
                </c:pt>
                <c:pt idx="210">
                  <c:v>2.407727</c:v>
                </c:pt>
                <c:pt idx="211">
                  <c:v>2.403916</c:v>
                </c:pt>
                <c:pt idx="212">
                  <c:v>1.106761</c:v>
                </c:pt>
                <c:pt idx="213">
                  <c:v>2.895706</c:v>
                </c:pt>
                <c:pt idx="214">
                  <c:v>3.922719</c:v>
                </c:pt>
                <c:pt idx="215">
                  <c:v>2.260352</c:v>
                </c:pt>
                <c:pt idx="216">
                  <c:v>2.54699</c:v>
                </c:pt>
                <c:pt idx="217">
                  <c:v>1.888224</c:v>
                </c:pt>
                <c:pt idx="218">
                  <c:v>2.939877</c:v>
                </c:pt>
                <c:pt idx="219">
                  <c:v>4.122755</c:v>
                </c:pt>
                <c:pt idx="220">
                  <c:v>1.809857</c:v>
                </c:pt>
                <c:pt idx="221">
                  <c:v>3.231495</c:v>
                </c:pt>
                <c:pt idx="222">
                  <c:v>2.91775</c:v>
                </c:pt>
                <c:pt idx="223">
                  <c:v>4.031913</c:v>
                </c:pt>
                <c:pt idx="224">
                  <c:v>2.479826</c:v>
                </c:pt>
                <c:pt idx="225">
                  <c:v>1.470555</c:v>
                </c:pt>
                <c:pt idx="226">
                  <c:v>2.039716</c:v>
                </c:pt>
                <c:pt idx="227">
                  <c:v>3.199544</c:v>
                </c:pt>
                <c:pt idx="228">
                  <c:v>1.891226</c:v>
                </c:pt>
                <c:pt idx="229">
                  <c:v>2.51875</c:v>
                </c:pt>
                <c:pt idx="230">
                  <c:v>1.180859</c:v>
                </c:pt>
                <c:pt idx="231">
                  <c:v>1.633343</c:v>
                </c:pt>
                <c:pt idx="232">
                  <c:v>3.120492</c:v>
                </c:pt>
                <c:pt idx="233">
                  <c:v>1.733451</c:v>
                </c:pt>
                <c:pt idx="234">
                  <c:v>3.384777</c:v>
                </c:pt>
                <c:pt idx="235">
                  <c:v>2.810595</c:v>
                </c:pt>
                <c:pt idx="236">
                  <c:v>1.646156</c:v>
                </c:pt>
                <c:pt idx="237">
                  <c:v>2.457245</c:v>
                </c:pt>
                <c:pt idx="238">
                  <c:v>1.404598</c:v>
                </c:pt>
                <c:pt idx="239">
                  <c:v>0.832477</c:v>
                </c:pt>
                <c:pt idx="240">
                  <c:v>2.814147</c:v>
                </c:pt>
                <c:pt idx="241">
                  <c:v>2.202798</c:v>
                </c:pt>
                <c:pt idx="242">
                  <c:v>3.610352</c:v>
                </c:pt>
                <c:pt idx="243">
                  <c:v>2.765672</c:v>
                </c:pt>
                <c:pt idx="244">
                  <c:v>2.466805</c:v>
                </c:pt>
                <c:pt idx="245">
                  <c:v>3.972827</c:v>
                </c:pt>
                <c:pt idx="246">
                  <c:v>3.823811</c:v>
                </c:pt>
                <c:pt idx="247">
                  <c:v>3.176956</c:v>
                </c:pt>
                <c:pt idx="248">
                  <c:v>2.338435</c:v>
                </c:pt>
                <c:pt idx="249">
                  <c:v>2.76548</c:v>
                </c:pt>
                <c:pt idx="250">
                  <c:v>3.608222</c:v>
                </c:pt>
                <c:pt idx="251">
                  <c:v>3.489211</c:v>
                </c:pt>
                <c:pt idx="252">
                  <c:v>2.851921</c:v>
                </c:pt>
                <c:pt idx="253">
                  <c:v>2.172519</c:v>
                </c:pt>
                <c:pt idx="254">
                  <c:v>1.659873</c:v>
                </c:pt>
                <c:pt idx="255">
                  <c:v>2.449538</c:v>
                </c:pt>
                <c:pt idx="256">
                  <c:v>2.386844</c:v>
                </c:pt>
                <c:pt idx="257">
                  <c:v>3.379968</c:v>
                </c:pt>
                <c:pt idx="258">
                  <c:v>2.834595</c:v>
                </c:pt>
                <c:pt idx="259">
                  <c:v>2.272119</c:v>
                </c:pt>
                <c:pt idx="260">
                  <c:v>3.620538</c:v>
                </c:pt>
                <c:pt idx="261">
                  <c:v>3.427353</c:v>
                </c:pt>
                <c:pt idx="262">
                  <c:v>1.520287</c:v>
                </c:pt>
                <c:pt idx="263">
                  <c:v>2.859424</c:v>
                </c:pt>
                <c:pt idx="264">
                  <c:v>4.974417</c:v>
                </c:pt>
                <c:pt idx="265">
                  <c:v>2.351519</c:v>
                </c:pt>
                <c:pt idx="266">
                  <c:v>2.828319</c:v>
                </c:pt>
                <c:pt idx="267">
                  <c:v>1.813638</c:v>
                </c:pt>
                <c:pt idx="268">
                  <c:v>3.380267</c:v>
                </c:pt>
                <c:pt idx="269">
                  <c:v>1.684286</c:v>
                </c:pt>
                <c:pt idx="270">
                  <c:v>3.221007</c:v>
                </c:pt>
                <c:pt idx="271">
                  <c:v>-1.243772</c:v>
                </c:pt>
                <c:pt idx="272">
                  <c:v>-0.239158</c:v>
                </c:pt>
                <c:pt idx="273">
                  <c:v>-0.033169</c:v>
                </c:pt>
                <c:pt idx="274">
                  <c:v>-2.884342</c:v>
                </c:pt>
                <c:pt idx="275">
                  <c:v>-0.64019</c:v>
                </c:pt>
                <c:pt idx="276">
                  <c:v>-1.443503</c:v>
                </c:pt>
                <c:pt idx="277">
                  <c:v>-1.467171</c:v>
                </c:pt>
                <c:pt idx="278">
                  <c:v>-0.603942</c:v>
                </c:pt>
                <c:pt idx="279">
                  <c:v>-1.653062</c:v>
                </c:pt>
                <c:pt idx="280">
                  <c:v>-1.508812</c:v>
                </c:pt>
                <c:pt idx="281">
                  <c:v>-0.412009</c:v>
                </c:pt>
                <c:pt idx="282">
                  <c:v>-1.747279</c:v>
                </c:pt>
                <c:pt idx="283">
                  <c:v>-0.84158</c:v>
                </c:pt>
                <c:pt idx="284">
                  <c:v>-2.37091</c:v>
                </c:pt>
                <c:pt idx="285">
                  <c:v>-1.280936</c:v>
                </c:pt>
                <c:pt idx="286">
                  <c:v>-1.636114</c:v>
                </c:pt>
                <c:pt idx="287">
                  <c:v>-1.703779</c:v>
                </c:pt>
                <c:pt idx="288">
                  <c:v>-1.583418</c:v>
                </c:pt>
                <c:pt idx="289">
                  <c:v>-1.110549</c:v>
                </c:pt>
                <c:pt idx="290">
                  <c:v>-0.711298</c:v>
                </c:pt>
                <c:pt idx="291">
                  <c:v>-1.800687</c:v>
                </c:pt>
                <c:pt idx="292">
                  <c:v>0.819496</c:v>
                </c:pt>
                <c:pt idx="293">
                  <c:v>-1.520985</c:v>
                </c:pt>
                <c:pt idx="294">
                  <c:v>-1.862941</c:v>
                </c:pt>
                <c:pt idx="295">
                  <c:v>0.855975</c:v>
                </c:pt>
                <c:pt idx="296">
                  <c:v>-1.741999</c:v>
                </c:pt>
                <c:pt idx="297">
                  <c:v>-1.082524</c:v>
                </c:pt>
                <c:pt idx="298">
                  <c:v>-0.336794</c:v>
                </c:pt>
                <c:pt idx="299">
                  <c:v>-1.717218</c:v>
                </c:pt>
                <c:pt idx="300">
                  <c:v>-0.678873</c:v>
                </c:pt>
                <c:pt idx="301">
                  <c:v>-1.611904</c:v>
                </c:pt>
                <c:pt idx="302">
                  <c:v>0.25272</c:v>
                </c:pt>
                <c:pt idx="303">
                  <c:v>-0.575768</c:v>
                </c:pt>
                <c:pt idx="304">
                  <c:v>-1.777156</c:v>
                </c:pt>
                <c:pt idx="305">
                  <c:v>0.173773</c:v>
                </c:pt>
                <c:pt idx="306">
                  <c:v>-1.964988</c:v>
                </c:pt>
                <c:pt idx="307">
                  <c:v>-1.256394</c:v>
                </c:pt>
                <c:pt idx="308">
                  <c:v>-0.162782</c:v>
                </c:pt>
                <c:pt idx="309">
                  <c:v>-1.780417</c:v>
                </c:pt>
                <c:pt idx="310">
                  <c:v>-2.236524</c:v>
                </c:pt>
                <c:pt idx="311">
                  <c:v>-0.658101</c:v>
                </c:pt>
                <c:pt idx="312">
                  <c:v>-0.894826</c:v>
                </c:pt>
                <c:pt idx="313">
                  <c:v>-2.367958</c:v>
                </c:pt>
                <c:pt idx="314">
                  <c:v>-1.81544</c:v>
                </c:pt>
                <c:pt idx="315">
                  <c:v>-1.559846</c:v>
                </c:pt>
                <c:pt idx="316">
                  <c:v>-2.407026</c:v>
                </c:pt>
                <c:pt idx="317">
                  <c:v>-1.06296</c:v>
                </c:pt>
                <c:pt idx="318">
                  <c:v>-2.144147</c:v>
                </c:pt>
                <c:pt idx="319">
                  <c:v>-1.746358</c:v>
                </c:pt>
                <c:pt idx="320">
                  <c:v>-1.951497</c:v>
                </c:pt>
                <c:pt idx="321">
                  <c:v>-0.528704</c:v>
                </c:pt>
                <c:pt idx="322">
                  <c:v>-1.421828</c:v>
                </c:pt>
                <c:pt idx="323">
                  <c:v>-1.195444</c:v>
                </c:pt>
                <c:pt idx="324">
                  <c:v>-1.864952</c:v>
                </c:pt>
                <c:pt idx="325">
                  <c:v>-3.477296</c:v>
                </c:pt>
                <c:pt idx="326">
                  <c:v>-2.098152</c:v>
                </c:pt>
                <c:pt idx="327">
                  <c:v>0.3542</c:v>
                </c:pt>
                <c:pt idx="328">
                  <c:v>-1.063492</c:v>
                </c:pt>
                <c:pt idx="329">
                  <c:v>-2.330902</c:v>
                </c:pt>
                <c:pt idx="330">
                  <c:v>-0.44115</c:v>
                </c:pt>
                <c:pt idx="331">
                  <c:v>0.204649</c:v>
                </c:pt>
                <c:pt idx="332">
                  <c:v>-1.484522</c:v>
                </c:pt>
                <c:pt idx="333">
                  <c:v>-1.388084</c:v>
                </c:pt>
                <c:pt idx="334">
                  <c:v>-1.860499</c:v>
                </c:pt>
                <c:pt idx="335">
                  <c:v>-1.720767</c:v>
                </c:pt>
                <c:pt idx="336">
                  <c:v>-2.268888</c:v>
                </c:pt>
                <c:pt idx="337">
                  <c:v>-1.386191</c:v>
                </c:pt>
                <c:pt idx="338">
                  <c:v>-2.769634</c:v>
                </c:pt>
                <c:pt idx="339">
                  <c:v>-0.69125</c:v>
                </c:pt>
                <c:pt idx="340">
                  <c:v>-2.007471</c:v>
                </c:pt>
                <c:pt idx="341">
                  <c:v>-1.614445</c:v>
                </c:pt>
                <c:pt idx="342">
                  <c:v>-1.802006</c:v>
                </c:pt>
                <c:pt idx="343">
                  <c:v>-1.503469</c:v>
                </c:pt>
                <c:pt idx="344">
                  <c:v>-0.423563</c:v>
                </c:pt>
                <c:pt idx="345">
                  <c:v>-0.434257</c:v>
                </c:pt>
                <c:pt idx="346">
                  <c:v>-3.058597</c:v>
                </c:pt>
                <c:pt idx="347">
                  <c:v>0.380202</c:v>
                </c:pt>
                <c:pt idx="348">
                  <c:v>-0.907715</c:v>
                </c:pt>
                <c:pt idx="349">
                  <c:v>-1.84715</c:v>
                </c:pt>
                <c:pt idx="350">
                  <c:v>-1.306935</c:v>
                </c:pt>
                <c:pt idx="351">
                  <c:v>-0.705351</c:v>
                </c:pt>
                <c:pt idx="352">
                  <c:v>-2.296404</c:v>
                </c:pt>
                <c:pt idx="353">
                  <c:v>-0.669604</c:v>
                </c:pt>
                <c:pt idx="354">
                  <c:v>-1.42027</c:v>
                </c:pt>
                <c:pt idx="355">
                  <c:v>-1.491523</c:v>
                </c:pt>
                <c:pt idx="356">
                  <c:v>-1.495486</c:v>
                </c:pt>
                <c:pt idx="357">
                  <c:v>0.745503</c:v>
                </c:pt>
                <c:pt idx="358">
                  <c:v>0.149317</c:v>
                </c:pt>
              </c:numCache>
            </c:numRef>
          </c:xVal>
          <c:yVal>
            <c:numRef>
              <c:f>Sheet1!$B$2:$B$360</c:f>
              <c:numCache>
                <c:formatCode>General</c:formatCode>
                <c:ptCount val="359"/>
                <c:pt idx="0">
                  <c:v>-1.297145</c:v>
                </c:pt>
                <c:pt idx="1">
                  <c:v>-0.436126</c:v>
                </c:pt>
                <c:pt idx="2">
                  <c:v>-1.340348</c:v>
                </c:pt>
                <c:pt idx="3">
                  <c:v>-0.614332</c:v>
                </c:pt>
                <c:pt idx="4">
                  <c:v>-1.159918</c:v>
                </c:pt>
                <c:pt idx="5">
                  <c:v>-0.657278</c:v>
                </c:pt>
                <c:pt idx="6">
                  <c:v>-0.353351</c:v>
                </c:pt>
                <c:pt idx="7">
                  <c:v>-0.027849</c:v>
                </c:pt>
                <c:pt idx="8">
                  <c:v>-0.215349</c:v>
                </c:pt>
                <c:pt idx="9">
                  <c:v>-1.110224</c:v>
                </c:pt>
                <c:pt idx="10">
                  <c:v>-0.488194</c:v>
                </c:pt>
                <c:pt idx="11">
                  <c:v>0.154507</c:v>
                </c:pt>
                <c:pt idx="12">
                  <c:v>-1.313658</c:v>
                </c:pt>
                <c:pt idx="13">
                  <c:v>-1.522406</c:v>
                </c:pt>
                <c:pt idx="14">
                  <c:v>-1.665639</c:v>
                </c:pt>
                <c:pt idx="15">
                  <c:v>-1.49531</c:v>
                </c:pt>
                <c:pt idx="16">
                  <c:v>-1.137863</c:v>
                </c:pt>
                <c:pt idx="17">
                  <c:v>-1.520947</c:v>
                </c:pt>
                <c:pt idx="18">
                  <c:v>-0.904326</c:v>
                </c:pt>
                <c:pt idx="19">
                  <c:v>-1.720438</c:v>
                </c:pt>
                <c:pt idx="20">
                  <c:v>-1.233964</c:v>
                </c:pt>
                <c:pt idx="21">
                  <c:v>-1.381955</c:v>
                </c:pt>
                <c:pt idx="22">
                  <c:v>-1.439376</c:v>
                </c:pt>
                <c:pt idx="23">
                  <c:v>-0.464528</c:v>
                </c:pt>
                <c:pt idx="24">
                  <c:v>-1.199796</c:v>
                </c:pt>
                <c:pt idx="25">
                  <c:v>-1.046518</c:v>
                </c:pt>
                <c:pt idx="26">
                  <c:v>-0.619171</c:v>
                </c:pt>
                <c:pt idx="27">
                  <c:v>-1.009004</c:v>
                </c:pt>
                <c:pt idx="28">
                  <c:v>-1.414267</c:v>
                </c:pt>
                <c:pt idx="29">
                  <c:v>-1.522174</c:v>
                </c:pt>
                <c:pt idx="30">
                  <c:v>-1.32686</c:v>
                </c:pt>
                <c:pt idx="31">
                  <c:v>-0.255016</c:v>
                </c:pt>
                <c:pt idx="32">
                  <c:v>-1.701057</c:v>
                </c:pt>
                <c:pt idx="33">
                  <c:v>-1.656343</c:v>
                </c:pt>
                <c:pt idx="34">
                  <c:v>0.394001</c:v>
                </c:pt>
                <c:pt idx="35">
                  <c:v>-0.483713</c:v>
                </c:pt>
                <c:pt idx="36">
                  <c:v>-0.524569</c:v>
                </c:pt>
                <c:pt idx="37">
                  <c:v>0.079928</c:v>
                </c:pt>
                <c:pt idx="38">
                  <c:v>0.495601</c:v>
                </c:pt>
                <c:pt idx="39">
                  <c:v>-0.459456</c:v>
                </c:pt>
                <c:pt idx="40">
                  <c:v>-0.232114</c:v>
                </c:pt>
                <c:pt idx="41">
                  <c:v>-0.748324</c:v>
                </c:pt>
                <c:pt idx="42">
                  <c:v>-1.136549</c:v>
                </c:pt>
                <c:pt idx="43">
                  <c:v>-0.797039</c:v>
                </c:pt>
                <c:pt idx="44">
                  <c:v>-1.122685</c:v>
                </c:pt>
                <c:pt idx="45">
                  <c:v>-0.989565</c:v>
                </c:pt>
                <c:pt idx="46">
                  <c:v>-0.874408</c:v>
                </c:pt>
                <c:pt idx="47">
                  <c:v>-0.405858</c:v>
                </c:pt>
                <c:pt idx="48">
                  <c:v>0.573591</c:v>
                </c:pt>
                <c:pt idx="49">
                  <c:v>-1.317279</c:v>
                </c:pt>
                <c:pt idx="50">
                  <c:v>-0.825087</c:v>
                </c:pt>
                <c:pt idx="51">
                  <c:v>-0.773082</c:v>
                </c:pt>
                <c:pt idx="52">
                  <c:v>-0.858659</c:v>
                </c:pt>
                <c:pt idx="53">
                  <c:v>-0.971664</c:v>
                </c:pt>
                <c:pt idx="54">
                  <c:v>-1.633808</c:v>
                </c:pt>
                <c:pt idx="55">
                  <c:v>-1.385776</c:v>
                </c:pt>
                <c:pt idx="56">
                  <c:v>-1.43367</c:v>
                </c:pt>
                <c:pt idx="57">
                  <c:v>-0.679175</c:v>
                </c:pt>
                <c:pt idx="58">
                  <c:v>-2.087497</c:v>
                </c:pt>
                <c:pt idx="59">
                  <c:v>-0.849499</c:v>
                </c:pt>
                <c:pt idx="60">
                  <c:v>-0.69809</c:v>
                </c:pt>
                <c:pt idx="61">
                  <c:v>-0.744795</c:v>
                </c:pt>
                <c:pt idx="62">
                  <c:v>-0.622762</c:v>
                </c:pt>
                <c:pt idx="63">
                  <c:v>-1.098837</c:v>
                </c:pt>
                <c:pt idx="64">
                  <c:v>-0.528866</c:v>
                </c:pt>
                <c:pt idx="65">
                  <c:v>-0.730499</c:v>
                </c:pt>
                <c:pt idx="66">
                  <c:v>-0.495574</c:v>
                </c:pt>
                <c:pt idx="67">
                  <c:v>-1.287159</c:v>
                </c:pt>
                <c:pt idx="68">
                  <c:v>-1.011901</c:v>
                </c:pt>
                <c:pt idx="69">
                  <c:v>-0.148608</c:v>
                </c:pt>
                <c:pt idx="70">
                  <c:v>-0.530847</c:v>
                </c:pt>
                <c:pt idx="71">
                  <c:v>0.137065</c:v>
                </c:pt>
                <c:pt idx="72">
                  <c:v>-1.694792</c:v>
                </c:pt>
                <c:pt idx="73">
                  <c:v>-0.695795</c:v>
                </c:pt>
                <c:pt idx="74">
                  <c:v>-1.199931</c:v>
                </c:pt>
                <c:pt idx="75">
                  <c:v>-1.055058</c:v>
                </c:pt>
                <c:pt idx="76">
                  <c:v>-0.835216</c:v>
                </c:pt>
                <c:pt idx="77">
                  <c:v>-0.217824</c:v>
                </c:pt>
                <c:pt idx="78">
                  <c:v>0.242229</c:v>
                </c:pt>
                <c:pt idx="79">
                  <c:v>-0.229884</c:v>
                </c:pt>
                <c:pt idx="80">
                  <c:v>-0.742276</c:v>
                </c:pt>
                <c:pt idx="81">
                  <c:v>-0.891646</c:v>
                </c:pt>
                <c:pt idx="82">
                  <c:v>-1.290858</c:v>
                </c:pt>
                <c:pt idx="83">
                  <c:v>-1.403783</c:v>
                </c:pt>
                <c:pt idx="84">
                  <c:v>-0.485917</c:v>
                </c:pt>
                <c:pt idx="85">
                  <c:v>-0.439542</c:v>
                </c:pt>
                <c:pt idx="86">
                  <c:v>-0.157355</c:v>
                </c:pt>
                <c:pt idx="87">
                  <c:v>-1.395741</c:v>
                </c:pt>
                <c:pt idx="88">
                  <c:v>-0.795195</c:v>
                </c:pt>
                <c:pt idx="89">
                  <c:v>-1.215153</c:v>
                </c:pt>
                <c:pt idx="90">
                  <c:v>-0.849277</c:v>
                </c:pt>
                <c:pt idx="91">
                  <c:v>-0.028466</c:v>
                </c:pt>
                <c:pt idx="92">
                  <c:v>-0.69926</c:v>
                </c:pt>
                <c:pt idx="93">
                  <c:v>0.276497</c:v>
                </c:pt>
                <c:pt idx="94">
                  <c:v>-0.534269</c:v>
                </c:pt>
                <c:pt idx="95">
                  <c:v>-1.4894</c:v>
                </c:pt>
                <c:pt idx="96">
                  <c:v>-1.517241</c:v>
                </c:pt>
                <c:pt idx="97">
                  <c:v>-1.13751</c:v>
                </c:pt>
                <c:pt idx="98">
                  <c:v>-1.070756</c:v>
                </c:pt>
                <c:pt idx="99">
                  <c:v>-0.116072</c:v>
                </c:pt>
                <c:pt idx="100">
                  <c:v>-1.767027</c:v>
                </c:pt>
                <c:pt idx="101">
                  <c:v>-0.400606</c:v>
                </c:pt>
                <c:pt idx="102">
                  <c:v>-1.331009</c:v>
                </c:pt>
                <c:pt idx="103">
                  <c:v>0.344055</c:v>
                </c:pt>
                <c:pt idx="104">
                  <c:v>-0.884782</c:v>
                </c:pt>
                <c:pt idx="105">
                  <c:v>-1.375741</c:v>
                </c:pt>
                <c:pt idx="106">
                  <c:v>-1.032573</c:v>
                </c:pt>
                <c:pt idx="107">
                  <c:v>-0.715214</c:v>
                </c:pt>
                <c:pt idx="108">
                  <c:v>-0.937612</c:v>
                </c:pt>
                <c:pt idx="109">
                  <c:v>-1.075821</c:v>
                </c:pt>
                <c:pt idx="110">
                  <c:v>-0.525835</c:v>
                </c:pt>
                <c:pt idx="111">
                  <c:v>-1.413357</c:v>
                </c:pt>
                <c:pt idx="112">
                  <c:v>-0.913806</c:v>
                </c:pt>
                <c:pt idx="113">
                  <c:v>-1.358556</c:v>
                </c:pt>
                <c:pt idx="114">
                  <c:v>-1.768728</c:v>
                </c:pt>
                <c:pt idx="115">
                  <c:v>-1.462532</c:v>
                </c:pt>
                <c:pt idx="116">
                  <c:v>-0.492024</c:v>
                </c:pt>
                <c:pt idx="117">
                  <c:v>-1.131214</c:v>
                </c:pt>
                <c:pt idx="118">
                  <c:v>-1.279276</c:v>
                </c:pt>
                <c:pt idx="119">
                  <c:v>-1.196654</c:v>
                </c:pt>
                <c:pt idx="120">
                  <c:v>-0.059494</c:v>
                </c:pt>
                <c:pt idx="121">
                  <c:v>-0.467577</c:v>
                </c:pt>
                <c:pt idx="122">
                  <c:v>-1.514363</c:v>
                </c:pt>
                <c:pt idx="123">
                  <c:v>-0.742976</c:v>
                </c:pt>
                <c:pt idx="124">
                  <c:v>0.499407</c:v>
                </c:pt>
                <c:pt idx="125">
                  <c:v>-0.318484</c:v>
                </c:pt>
                <c:pt idx="126">
                  <c:v>-2.277684</c:v>
                </c:pt>
                <c:pt idx="127">
                  <c:v>-1.056651</c:v>
                </c:pt>
                <c:pt idx="128">
                  <c:v>-1.507532</c:v>
                </c:pt>
                <c:pt idx="129">
                  <c:v>-1.685437</c:v>
                </c:pt>
                <c:pt idx="130">
                  <c:v>-1.241491</c:v>
                </c:pt>
                <c:pt idx="131">
                  <c:v>-0.959984</c:v>
                </c:pt>
                <c:pt idx="132">
                  <c:v>-0.412363</c:v>
                </c:pt>
                <c:pt idx="133">
                  <c:v>-1.126302</c:v>
                </c:pt>
                <c:pt idx="134">
                  <c:v>-0.245004</c:v>
                </c:pt>
                <c:pt idx="135">
                  <c:v>-1.241134</c:v>
                </c:pt>
                <c:pt idx="136">
                  <c:v>-0.688537</c:v>
                </c:pt>
                <c:pt idx="137">
                  <c:v>-0.085646</c:v>
                </c:pt>
                <c:pt idx="138">
                  <c:v>0.506443</c:v>
                </c:pt>
                <c:pt idx="139">
                  <c:v>-0.233726</c:v>
                </c:pt>
                <c:pt idx="140">
                  <c:v>-1.312256</c:v>
                </c:pt>
                <c:pt idx="141">
                  <c:v>-1.308809</c:v>
                </c:pt>
                <c:pt idx="142">
                  <c:v>-0.85023</c:v>
                </c:pt>
                <c:pt idx="143">
                  <c:v>0.635693</c:v>
                </c:pt>
                <c:pt idx="144">
                  <c:v>-1.685494</c:v>
                </c:pt>
                <c:pt idx="145">
                  <c:v>-0.173986</c:v>
                </c:pt>
                <c:pt idx="146">
                  <c:v>-1.353709</c:v>
                </c:pt>
                <c:pt idx="147">
                  <c:v>-0.407605</c:v>
                </c:pt>
                <c:pt idx="148">
                  <c:v>-0.370393</c:v>
                </c:pt>
                <c:pt idx="149">
                  <c:v>-1.640924</c:v>
                </c:pt>
                <c:pt idx="150">
                  <c:v>-1.030097</c:v>
                </c:pt>
                <c:pt idx="151">
                  <c:v>-0.424522</c:v>
                </c:pt>
                <c:pt idx="152">
                  <c:v>0.276598</c:v>
                </c:pt>
                <c:pt idx="153">
                  <c:v>-0.709482</c:v>
                </c:pt>
                <c:pt idx="154">
                  <c:v>-1.49757</c:v>
                </c:pt>
              </c:numCache>
            </c:numRef>
          </c:yVal>
          <c:smooth val="0"/>
        </c:ser>
        <c:ser>
          <c:idx val="1"/>
          <c:order val="1"/>
          <c:tx>
            <c:strRef>
              <c:f>Sheet1!$C$1</c:f>
              <c:strCache>
                <c:ptCount val="1"/>
              </c:strCache>
            </c:strRef>
          </c:tx>
          <c:spPr>
            <a:solidFill>
              <a:srgbClr val="6FD8B0"/>
            </a:solidFill>
            <a:ln>
              <a:noFill/>
            </a:ln>
            <a:effectLst/>
          </c:spPr>
          <c:marker>
            <c:symbol val="circle"/>
            <c:size val="5"/>
            <c:spPr>
              <a:solidFill>
                <a:srgbClr val="6FD8B0"/>
              </a:solidFill>
              <a:ln w="9525" cap="flat">
                <a:solidFill>
                  <a:srgbClr val="6FD8B0"/>
                </a:solidFill>
                <a:prstDash val="solid"/>
                <a:round/>
              </a:ln>
              <a:effectLst/>
            </c:spPr>
          </c:marker>
          <c:xVal>
            <c:numRef>
              <c:f>Sheet1!$A$2:$A$360</c:f>
              <c:numCache>
                <c:formatCode>General</c:formatCode>
                <c:ptCount val="359"/>
                <c:pt idx="0">
                  <c:v>0.48284</c:v>
                </c:pt>
                <c:pt idx="1">
                  <c:v>1.097023</c:v>
                </c:pt>
                <c:pt idx="2">
                  <c:v>0.615273</c:v>
                </c:pt>
                <c:pt idx="3">
                  <c:v>-0.250101</c:v>
                </c:pt>
                <c:pt idx="4">
                  <c:v>-1.179838</c:v>
                </c:pt>
                <c:pt idx="5">
                  <c:v>-1.513754</c:v>
                </c:pt>
                <c:pt idx="6">
                  <c:v>0.003214</c:v>
                </c:pt>
                <c:pt idx="7">
                  <c:v>-0.147293</c:v>
                </c:pt>
                <c:pt idx="8">
                  <c:v>-0.135712</c:v>
                </c:pt>
                <c:pt idx="9">
                  <c:v>-1.513567</c:v>
                </c:pt>
                <c:pt idx="10">
                  <c:v>-1.545722</c:v>
                </c:pt>
                <c:pt idx="11">
                  <c:v>0.260248</c:v>
                </c:pt>
                <c:pt idx="12">
                  <c:v>0.278026</c:v>
                </c:pt>
                <c:pt idx="13">
                  <c:v>-0.635776</c:v>
                </c:pt>
                <c:pt idx="14">
                  <c:v>-0.155224</c:v>
                </c:pt>
                <c:pt idx="15">
                  <c:v>-0.765239</c:v>
                </c:pt>
                <c:pt idx="16">
                  <c:v>-0.771272</c:v>
                </c:pt>
                <c:pt idx="17">
                  <c:v>0.761239</c:v>
                </c:pt>
                <c:pt idx="18">
                  <c:v>-1.72748</c:v>
                </c:pt>
                <c:pt idx="19">
                  <c:v>-1.74838</c:v>
                </c:pt>
                <c:pt idx="20">
                  <c:v>0.673986</c:v>
                </c:pt>
                <c:pt idx="21">
                  <c:v>0.157195</c:v>
                </c:pt>
                <c:pt idx="22">
                  <c:v>-0.14434</c:v>
                </c:pt>
                <c:pt idx="23">
                  <c:v>-1.277662</c:v>
                </c:pt>
                <c:pt idx="24">
                  <c:v>-0.439925</c:v>
                </c:pt>
                <c:pt idx="25">
                  <c:v>-0.702692</c:v>
                </c:pt>
                <c:pt idx="26">
                  <c:v>-0.222336</c:v>
                </c:pt>
                <c:pt idx="27">
                  <c:v>-0.871071</c:v>
                </c:pt>
                <c:pt idx="28">
                  <c:v>1.152018</c:v>
                </c:pt>
                <c:pt idx="29">
                  <c:v>-0.308791</c:v>
                </c:pt>
                <c:pt idx="30">
                  <c:v>-0.568177</c:v>
                </c:pt>
                <c:pt idx="31">
                  <c:v>-1.343212</c:v>
                </c:pt>
                <c:pt idx="32">
                  <c:v>0.074717</c:v>
                </c:pt>
                <c:pt idx="33">
                  <c:v>-0.760974</c:v>
                </c:pt>
                <c:pt idx="34">
                  <c:v>-0.259183</c:v>
                </c:pt>
                <c:pt idx="35">
                  <c:v>0.2667</c:v>
                </c:pt>
                <c:pt idx="36">
                  <c:v>0.591553</c:v>
                </c:pt>
                <c:pt idx="37">
                  <c:v>0.722207</c:v>
                </c:pt>
                <c:pt idx="38">
                  <c:v>0.955035</c:v>
                </c:pt>
                <c:pt idx="39">
                  <c:v>-0.538118</c:v>
                </c:pt>
                <c:pt idx="40">
                  <c:v>0.024925</c:v>
                </c:pt>
                <c:pt idx="41">
                  <c:v>0.047797</c:v>
                </c:pt>
                <c:pt idx="42">
                  <c:v>-1.459282</c:v>
                </c:pt>
                <c:pt idx="43">
                  <c:v>-0.579783</c:v>
                </c:pt>
                <c:pt idx="44">
                  <c:v>0.342347</c:v>
                </c:pt>
                <c:pt idx="45">
                  <c:v>0.988413</c:v>
                </c:pt>
                <c:pt idx="46">
                  <c:v>0.099138</c:v>
                </c:pt>
                <c:pt idx="47">
                  <c:v>-1.000077</c:v>
                </c:pt>
                <c:pt idx="48">
                  <c:v>0.684033</c:v>
                </c:pt>
                <c:pt idx="49">
                  <c:v>-0.756012</c:v>
                </c:pt>
                <c:pt idx="50">
                  <c:v>-1.659341</c:v>
                </c:pt>
                <c:pt idx="51">
                  <c:v>-0.4814</c:v>
                </c:pt>
                <c:pt idx="52">
                  <c:v>-0.672068</c:v>
                </c:pt>
                <c:pt idx="53">
                  <c:v>-0.511255</c:v>
                </c:pt>
                <c:pt idx="54">
                  <c:v>-1.02361</c:v>
                </c:pt>
                <c:pt idx="55">
                  <c:v>0.002924</c:v>
                </c:pt>
                <c:pt idx="56">
                  <c:v>0.495263</c:v>
                </c:pt>
                <c:pt idx="57">
                  <c:v>-1.754098</c:v>
                </c:pt>
                <c:pt idx="58">
                  <c:v>-0.672717</c:v>
                </c:pt>
                <c:pt idx="59">
                  <c:v>-1.230444</c:v>
                </c:pt>
                <c:pt idx="60">
                  <c:v>-0.334937</c:v>
                </c:pt>
                <c:pt idx="61">
                  <c:v>-1.243125</c:v>
                </c:pt>
                <c:pt idx="62">
                  <c:v>-0.298258</c:v>
                </c:pt>
                <c:pt idx="63">
                  <c:v>0.514002</c:v>
                </c:pt>
                <c:pt idx="64">
                  <c:v>-0.07463</c:v>
                </c:pt>
                <c:pt idx="65">
                  <c:v>-0.683088</c:v>
                </c:pt>
                <c:pt idx="66">
                  <c:v>-0.9496</c:v>
                </c:pt>
                <c:pt idx="67">
                  <c:v>-0.748375</c:v>
                </c:pt>
                <c:pt idx="68">
                  <c:v>-0.052179</c:v>
                </c:pt>
                <c:pt idx="69">
                  <c:v>0.302978</c:v>
                </c:pt>
                <c:pt idx="70">
                  <c:v>-0.915995</c:v>
                </c:pt>
                <c:pt idx="71">
                  <c:v>-0.39215</c:v>
                </c:pt>
                <c:pt idx="72">
                  <c:v>-0.231342</c:v>
                </c:pt>
                <c:pt idx="73">
                  <c:v>0.105978</c:v>
                </c:pt>
                <c:pt idx="74">
                  <c:v>-0.078897</c:v>
                </c:pt>
                <c:pt idx="75">
                  <c:v>-2.165973</c:v>
                </c:pt>
                <c:pt idx="76">
                  <c:v>-1.519967</c:v>
                </c:pt>
                <c:pt idx="77">
                  <c:v>1.027109</c:v>
                </c:pt>
                <c:pt idx="78">
                  <c:v>-0.223542</c:v>
                </c:pt>
                <c:pt idx="79">
                  <c:v>-1.264989</c:v>
                </c:pt>
                <c:pt idx="80">
                  <c:v>1.037337</c:v>
                </c:pt>
                <c:pt idx="81">
                  <c:v>-0.699939</c:v>
                </c:pt>
                <c:pt idx="82">
                  <c:v>-0.999533</c:v>
                </c:pt>
                <c:pt idx="83">
                  <c:v>-0.225012</c:v>
                </c:pt>
                <c:pt idx="84">
                  <c:v>0.159415</c:v>
                </c:pt>
                <c:pt idx="85">
                  <c:v>0.094763</c:v>
                </c:pt>
                <c:pt idx="86">
                  <c:v>0.276388</c:v>
                </c:pt>
                <c:pt idx="87">
                  <c:v>-0.332373</c:v>
                </c:pt>
                <c:pt idx="88">
                  <c:v>-1.346487</c:v>
                </c:pt>
                <c:pt idx="89">
                  <c:v>0.329338</c:v>
                </c:pt>
                <c:pt idx="90">
                  <c:v>-1.049144</c:v>
                </c:pt>
                <c:pt idx="91">
                  <c:v>-0.586477</c:v>
                </c:pt>
                <c:pt idx="92">
                  <c:v>-0.060861</c:v>
                </c:pt>
                <c:pt idx="93">
                  <c:v>0.3934</c:v>
                </c:pt>
                <c:pt idx="94">
                  <c:v>-0.617409</c:v>
                </c:pt>
                <c:pt idx="95">
                  <c:v>-1.274353</c:v>
                </c:pt>
                <c:pt idx="96">
                  <c:v>0.535397</c:v>
                </c:pt>
                <c:pt idx="97">
                  <c:v>-0.19238</c:v>
                </c:pt>
                <c:pt idx="98">
                  <c:v>-0.106463</c:v>
                </c:pt>
                <c:pt idx="99">
                  <c:v>0.212528</c:v>
                </c:pt>
                <c:pt idx="100">
                  <c:v>-1.345466</c:v>
                </c:pt>
                <c:pt idx="101">
                  <c:v>-0.961292</c:v>
                </c:pt>
                <c:pt idx="102">
                  <c:v>0.093355</c:v>
                </c:pt>
                <c:pt idx="103">
                  <c:v>0.800704</c:v>
                </c:pt>
                <c:pt idx="104">
                  <c:v>0.444199</c:v>
                </c:pt>
                <c:pt idx="105">
                  <c:v>0.417716</c:v>
                </c:pt>
                <c:pt idx="106">
                  <c:v>0.831123</c:v>
                </c:pt>
                <c:pt idx="107">
                  <c:v>0.662357</c:v>
                </c:pt>
                <c:pt idx="108">
                  <c:v>-1.501593</c:v>
                </c:pt>
                <c:pt idx="109">
                  <c:v>1.001613</c:v>
                </c:pt>
                <c:pt idx="110">
                  <c:v>-0.033547</c:v>
                </c:pt>
                <c:pt idx="111">
                  <c:v>0.272762</c:v>
                </c:pt>
                <c:pt idx="112">
                  <c:v>-1.320256</c:v>
                </c:pt>
                <c:pt idx="113">
                  <c:v>0.703423</c:v>
                </c:pt>
                <c:pt idx="114">
                  <c:v>0.59661</c:v>
                </c:pt>
                <c:pt idx="115">
                  <c:v>0.379461</c:v>
                </c:pt>
                <c:pt idx="116">
                  <c:v>0.957945</c:v>
                </c:pt>
                <c:pt idx="117">
                  <c:v>1.165212</c:v>
                </c:pt>
                <c:pt idx="118">
                  <c:v>-0.409174</c:v>
                </c:pt>
                <c:pt idx="119">
                  <c:v>-0.002129</c:v>
                </c:pt>
                <c:pt idx="120">
                  <c:v>0.7863</c:v>
                </c:pt>
                <c:pt idx="121">
                  <c:v>-0.26403</c:v>
                </c:pt>
                <c:pt idx="122">
                  <c:v>-1.028454</c:v>
                </c:pt>
                <c:pt idx="123">
                  <c:v>-0.473175</c:v>
                </c:pt>
                <c:pt idx="124">
                  <c:v>0.249934</c:v>
                </c:pt>
                <c:pt idx="125">
                  <c:v>-0.796762</c:v>
                </c:pt>
                <c:pt idx="126">
                  <c:v>-0.939369</c:v>
                </c:pt>
                <c:pt idx="127">
                  <c:v>-1.06342</c:v>
                </c:pt>
                <c:pt idx="128">
                  <c:v>-0.04102</c:v>
                </c:pt>
                <c:pt idx="129">
                  <c:v>-0.320306</c:v>
                </c:pt>
                <c:pt idx="130">
                  <c:v>-0.382581</c:v>
                </c:pt>
                <c:pt idx="131">
                  <c:v>-0.021938</c:v>
                </c:pt>
                <c:pt idx="132">
                  <c:v>-0.56939</c:v>
                </c:pt>
                <c:pt idx="133">
                  <c:v>0.082653</c:v>
                </c:pt>
                <c:pt idx="134">
                  <c:v>0.521766</c:v>
                </c:pt>
                <c:pt idx="135">
                  <c:v>0.2289</c:v>
                </c:pt>
                <c:pt idx="136">
                  <c:v>-0.13293</c:v>
                </c:pt>
                <c:pt idx="137">
                  <c:v>0.489548</c:v>
                </c:pt>
                <c:pt idx="138">
                  <c:v>0.366429</c:v>
                </c:pt>
                <c:pt idx="139">
                  <c:v>-0.45104</c:v>
                </c:pt>
                <c:pt idx="140">
                  <c:v>-0.960775</c:v>
                </c:pt>
                <c:pt idx="141">
                  <c:v>-1.220425</c:v>
                </c:pt>
                <c:pt idx="142">
                  <c:v>1.054098</c:v>
                </c:pt>
                <c:pt idx="143">
                  <c:v>0.799934</c:v>
                </c:pt>
                <c:pt idx="144">
                  <c:v>1.525043</c:v>
                </c:pt>
                <c:pt idx="145">
                  <c:v>-0.058548</c:v>
                </c:pt>
                <c:pt idx="146">
                  <c:v>0.356518</c:v>
                </c:pt>
                <c:pt idx="147">
                  <c:v>-0.598119</c:v>
                </c:pt>
                <c:pt idx="148">
                  <c:v>-0.076433</c:v>
                </c:pt>
                <c:pt idx="149">
                  <c:v>-0.13794</c:v>
                </c:pt>
                <c:pt idx="150">
                  <c:v>0.663843</c:v>
                </c:pt>
                <c:pt idx="151">
                  <c:v>-0.583897</c:v>
                </c:pt>
                <c:pt idx="152">
                  <c:v>-0.583444</c:v>
                </c:pt>
                <c:pt idx="153">
                  <c:v>-0.55008</c:v>
                </c:pt>
                <c:pt idx="154">
                  <c:v>-1.020594</c:v>
                </c:pt>
                <c:pt idx="155">
                  <c:v>-1.589164</c:v>
                </c:pt>
                <c:pt idx="156">
                  <c:v>-0.805993</c:v>
                </c:pt>
                <c:pt idx="157">
                  <c:v>-1.845511</c:v>
                </c:pt>
                <c:pt idx="158">
                  <c:v>-0.386835</c:v>
                </c:pt>
                <c:pt idx="159">
                  <c:v>-0.154065</c:v>
                </c:pt>
                <c:pt idx="160">
                  <c:v>-1.313826</c:v>
                </c:pt>
                <c:pt idx="161">
                  <c:v>0.727212</c:v>
                </c:pt>
                <c:pt idx="162">
                  <c:v>-0.00882</c:v>
                </c:pt>
                <c:pt idx="163">
                  <c:v>-1.467872</c:v>
                </c:pt>
                <c:pt idx="164">
                  <c:v>1.078367</c:v>
                </c:pt>
                <c:pt idx="165">
                  <c:v>-1.04663</c:v>
                </c:pt>
                <c:pt idx="166">
                  <c:v>-2.177575</c:v>
                </c:pt>
                <c:pt idx="167">
                  <c:v>-0.338702</c:v>
                </c:pt>
                <c:pt idx="168">
                  <c:v>-0.27081</c:v>
                </c:pt>
                <c:pt idx="169">
                  <c:v>0.465774</c:v>
                </c:pt>
                <c:pt idx="170">
                  <c:v>-0.737289</c:v>
                </c:pt>
                <c:pt idx="171">
                  <c:v>0.599963</c:v>
                </c:pt>
                <c:pt idx="172">
                  <c:v>-1.183608</c:v>
                </c:pt>
                <c:pt idx="173">
                  <c:v>1.530585</c:v>
                </c:pt>
                <c:pt idx="174">
                  <c:v>-1.733653</c:v>
                </c:pt>
                <c:pt idx="175">
                  <c:v>0.79769</c:v>
                </c:pt>
                <c:pt idx="176">
                  <c:v>-0.011928</c:v>
                </c:pt>
                <c:pt idx="177">
                  <c:v>-0.172955</c:v>
                </c:pt>
                <c:pt idx="178">
                  <c:v>0.673922</c:v>
                </c:pt>
                <c:pt idx="179">
                  <c:v>0.583332</c:v>
                </c:pt>
                <c:pt idx="180">
                  <c:v>-0.860579</c:v>
                </c:pt>
                <c:pt idx="181">
                  <c:v>-1.159565</c:v>
                </c:pt>
                <c:pt idx="182">
                  <c:v>0.346306</c:v>
                </c:pt>
                <c:pt idx="183">
                  <c:v>-1.403267</c:v>
                </c:pt>
                <c:pt idx="184">
                  <c:v>0.027797</c:v>
                </c:pt>
                <c:pt idx="185">
                  <c:v>-1.187345</c:v>
                </c:pt>
                <c:pt idx="186">
                  <c:v>1.568504</c:v>
                </c:pt>
                <c:pt idx="187">
                  <c:v>0.934811</c:v>
                </c:pt>
                <c:pt idx="188">
                  <c:v>-1.856702</c:v>
                </c:pt>
                <c:pt idx="189">
                  <c:v>0.110876</c:v>
                </c:pt>
                <c:pt idx="190">
                  <c:v>-0.053853</c:v>
                </c:pt>
                <c:pt idx="191">
                  <c:v>-1.066757</c:v>
                </c:pt>
                <c:pt idx="192">
                  <c:v>-0.078624</c:v>
                </c:pt>
                <c:pt idx="193">
                  <c:v>-1.588371</c:v>
                </c:pt>
                <c:pt idx="194">
                  <c:v>-1.189832</c:v>
                </c:pt>
                <c:pt idx="195">
                  <c:v>-0.004326</c:v>
                </c:pt>
                <c:pt idx="196">
                  <c:v>-1.307877</c:v>
                </c:pt>
                <c:pt idx="197">
                  <c:v>0.338834</c:v>
                </c:pt>
                <c:pt idx="198">
                  <c:v>-0.925228</c:v>
                </c:pt>
                <c:pt idx="199">
                  <c:v>-1.09671</c:v>
                </c:pt>
                <c:pt idx="200">
                  <c:v>0.406779</c:v>
                </c:pt>
                <c:pt idx="201">
                  <c:v>-0.363676</c:v>
                </c:pt>
                <c:pt idx="202">
                  <c:v>-0.17198</c:v>
                </c:pt>
                <c:pt idx="203">
                  <c:v>-0.566572</c:v>
                </c:pt>
                <c:pt idx="204">
                  <c:v>1.391259</c:v>
                </c:pt>
                <c:pt idx="205">
                  <c:v>0.153877</c:v>
                </c:pt>
                <c:pt idx="206">
                  <c:v>-0.207281</c:v>
                </c:pt>
                <c:pt idx="207">
                  <c:v>0.071284</c:v>
                </c:pt>
                <c:pt idx="208">
                  <c:v>1.954189</c:v>
                </c:pt>
                <c:pt idx="209">
                  <c:v>3.056225</c:v>
                </c:pt>
                <c:pt idx="210">
                  <c:v>2.407727</c:v>
                </c:pt>
                <c:pt idx="211">
                  <c:v>2.403916</c:v>
                </c:pt>
                <c:pt idx="212">
                  <c:v>1.106761</c:v>
                </c:pt>
                <c:pt idx="213">
                  <c:v>2.895706</c:v>
                </c:pt>
                <c:pt idx="214">
                  <c:v>3.922719</c:v>
                </c:pt>
                <c:pt idx="215">
                  <c:v>2.260352</c:v>
                </c:pt>
                <c:pt idx="216">
                  <c:v>2.54699</c:v>
                </c:pt>
                <c:pt idx="217">
                  <c:v>1.888224</c:v>
                </c:pt>
                <c:pt idx="218">
                  <c:v>2.939877</c:v>
                </c:pt>
                <c:pt idx="219">
                  <c:v>4.122755</c:v>
                </c:pt>
                <c:pt idx="220">
                  <c:v>1.809857</c:v>
                </c:pt>
                <c:pt idx="221">
                  <c:v>3.231495</c:v>
                </c:pt>
                <c:pt idx="222">
                  <c:v>2.91775</c:v>
                </c:pt>
                <c:pt idx="223">
                  <c:v>4.031913</c:v>
                </c:pt>
                <c:pt idx="224">
                  <c:v>2.479826</c:v>
                </c:pt>
                <c:pt idx="225">
                  <c:v>1.470555</c:v>
                </c:pt>
                <c:pt idx="226">
                  <c:v>2.039716</c:v>
                </c:pt>
                <c:pt idx="227">
                  <c:v>3.199544</c:v>
                </c:pt>
                <c:pt idx="228">
                  <c:v>1.891226</c:v>
                </c:pt>
                <c:pt idx="229">
                  <c:v>2.51875</c:v>
                </c:pt>
                <c:pt idx="230">
                  <c:v>1.180859</c:v>
                </c:pt>
                <c:pt idx="231">
                  <c:v>1.633343</c:v>
                </c:pt>
                <c:pt idx="232">
                  <c:v>3.120492</c:v>
                </c:pt>
                <c:pt idx="233">
                  <c:v>1.733451</c:v>
                </c:pt>
                <c:pt idx="234">
                  <c:v>3.384777</c:v>
                </c:pt>
                <c:pt idx="235">
                  <c:v>2.810595</c:v>
                </c:pt>
                <c:pt idx="236">
                  <c:v>1.646156</c:v>
                </c:pt>
                <c:pt idx="237">
                  <c:v>2.457245</c:v>
                </c:pt>
                <c:pt idx="238">
                  <c:v>1.404598</c:v>
                </c:pt>
                <c:pt idx="239">
                  <c:v>0.832477</c:v>
                </c:pt>
                <c:pt idx="240">
                  <c:v>2.814147</c:v>
                </c:pt>
                <c:pt idx="241">
                  <c:v>2.202798</c:v>
                </c:pt>
                <c:pt idx="242">
                  <c:v>3.610352</c:v>
                </c:pt>
                <c:pt idx="243">
                  <c:v>2.765672</c:v>
                </c:pt>
                <c:pt idx="244">
                  <c:v>2.466805</c:v>
                </c:pt>
                <c:pt idx="245">
                  <c:v>3.972827</c:v>
                </c:pt>
                <c:pt idx="246">
                  <c:v>3.823811</c:v>
                </c:pt>
                <c:pt idx="247">
                  <c:v>3.176956</c:v>
                </c:pt>
                <c:pt idx="248">
                  <c:v>2.338435</c:v>
                </c:pt>
                <c:pt idx="249">
                  <c:v>2.76548</c:v>
                </c:pt>
                <c:pt idx="250">
                  <c:v>3.608222</c:v>
                </c:pt>
                <c:pt idx="251">
                  <c:v>3.489211</c:v>
                </c:pt>
                <c:pt idx="252">
                  <c:v>2.851921</c:v>
                </c:pt>
                <c:pt idx="253">
                  <c:v>2.172519</c:v>
                </c:pt>
                <c:pt idx="254">
                  <c:v>1.659873</c:v>
                </c:pt>
                <c:pt idx="255">
                  <c:v>2.449538</c:v>
                </c:pt>
                <c:pt idx="256">
                  <c:v>2.386844</c:v>
                </c:pt>
                <c:pt idx="257">
                  <c:v>3.379968</c:v>
                </c:pt>
                <c:pt idx="258">
                  <c:v>2.834595</c:v>
                </c:pt>
                <c:pt idx="259">
                  <c:v>2.272119</c:v>
                </c:pt>
                <c:pt idx="260">
                  <c:v>3.620538</c:v>
                </c:pt>
                <c:pt idx="261">
                  <c:v>3.427353</c:v>
                </c:pt>
                <c:pt idx="262">
                  <c:v>1.520287</c:v>
                </c:pt>
                <c:pt idx="263">
                  <c:v>2.859424</c:v>
                </c:pt>
                <c:pt idx="264">
                  <c:v>4.974417</c:v>
                </c:pt>
                <c:pt idx="265">
                  <c:v>2.351519</c:v>
                </c:pt>
                <c:pt idx="266">
                  <c:v>2.828319</c:v>
                </c:pt>
                <c:pt idx="267">
                  <c:v>1.813638</c:v>
                </c:pt>
                <c:pt idx="268">
                  <c:v>3.380267</c:v>
                </c:pt>
                <c:pt idx="269">
                  <c:v>1.684286</c:v>
                </c:pt>
                <c:pt idx="270">
                  <c:v>3.221007</c:v>
                </c:pt>
                <c:pt idx="271">
                  <c:v>-1.243772</c:v>
                </c:pt>
                <c:pt idx="272">
                  <c:v>-0.239158</c:v>
                </c:pt>
                <c:pt idx="273">
                  <c:v>-0.033169</c:v>
                </c:pt>
                <c:pt idx="274">
                  <c:v>-2.884342</c:v>
                </c:pt>
                <c:pt idx="275">
                  <c:v>-0.64019</c:v>
                </c:pt>
                <c:pt idx="276">
                  <c:v>-1.443503</c:v>
                </c:pt>
                <c:pt idx="277">
                  <c:v>-1.467171</c:v>
                </c:pt>
                <c:pt idx="278">
                  <c:v>-0.603942</c:v>
                </c:pt>
                <c:pt idx="279">
                  <c:v>-1.653062</c:v>
                </c:pt>
                <c:pt idx="280">
                  <c:v>-1.508812</c:v>
                </c:pt>
                <c:pt idx="281">
                  <c:v>-0.412009</c:v>
                </c:pt>
                <c:pt idx="282">
                  <c:v>-1.747279</c:v>
                </c:pt>
                <c:pt idx="283">
                  <c:v>-0.84158</c:v>
                </c:pt>
                <c:pt idx="284">
                  <c:v>-2.37091</c:v>
                </c:pt>
                <c:pt idx="285">
                  <c:v>-1.280936</c:v>
                </c:pt>
                <c:pt idx="286">
                  <c:v>-1.636114</c:v>
                </c:pt>
                <c:pt idx="287">
                  <c:v>-1.703779</c:v>
                </c:pt>
                <c:pt idx="288">
                  <c:v>-1.583418</c:v>
                </c:pt>
                <c:pt idx="289">
                  <c:v>-1.110549</c:v>
                </c:pt>
                <c:pt idx="290">
                  <c:v>-0.711298</c:v>
                </c:pt>
                <c:pt idx="291">
                  <c:v>-1.800687</c:v>
                </c:pt>
                <c:pt idx="292">
                  <c:v>0.819496</c:v>
                </c:pt>
                <c:pt idx="293">
                  <c:v>-1.520985</c:v>
                </c:pt>
                <c:pt idx="294">
                  <c:v>-1.862941</c:v>
                </c:pt>
                <c:pt idx="295">
                  <c:v>0.855975</c:v>
                </c:pt>
                <c:pt idx="296">
                  <c:v>-1.741999</c:v>
                </c:pt>
                <c:pt idx="297">
                  <c:v>-1.082524</c:v>
                </c:pt>
                <c:pt idx="298">
                  <c:v>-0.336794</c:v>
                </c:pt>
                <c:pt idx="299">
                  <c:v>-1.717218</c:v>
                </c:pt>
                <c:pt idx="300">
                  <c:v>-0.678873</c:v>
                </c:pt>
                <c:pt idx="301">
                  <c:v>-1.611904</c:v>
                </c:pt>
                <c:pt idx="302">
                  <c:v>0.25272</c:v>
                </c:pt>
                <c:pt idx="303">
                  <c:v>-0.575768</c:v>
                </c:pt>
                <c:pt idx="304">
                  <c:v>-1.777156</c:v>
                </c:pt>
                <c:pt idx="305">
                  <c:v>0.173773</c:v>
                </c:pt>
                <c:pt idx="306">
                  <c:v>-1.964988</c:v>
                </c:pt>
                <c:pt idx="307">
                  <c:v>-1.256394</c:v>
                </c:pt>
                <c:pt idx="308">
                  <c:v>-0.162782</c:v>
                </c:pt>
                <c:pt idx="309">
                  <c:v>-1.780417</c:v>
                </c:pt>
                <c:pt idx="310">
                  <c:v>-2.236524</c:v>
                </c:pt>
                <c:pt idx="311">
                  <c:v>-0.658101</c:v>
                </c:pt>
                <c:pt idx="312">
                  <c:v>-0.894826</c:v>
                </c:pt>
                <c:pt idx="313">
                  <c:v>-2.367958</c:v>
                </c:pt>
                <c:pt idx="314">
                  <c:v>-1.81544</c:v>
                </c:pt>
                <c:pt idx="315">
                  <c:v>-1.559846</c:v>
                </c:pt>
                <c:pt idx="316">
                  <c:v>-2.407026</c:v>
                </c:pt>
                <c:pt idx="317">
                  <c:v>-1.06296</c:v>
                </c:pt>
                <c:pt idx="318">
                  <c:v>-2.144147</c:v>
                </c:pt>
                <c:pt idx="319">
                  <c:v>-1.746358</c:v>
                </c:pt>
                <c:pt idx="320">
                  <c:v>-1.951497</c:v>
                </c:pt>
                <c:pt idx="321">
                  <c:v>-0.528704</c:v>
                </c:pt>
                <c:pt idx="322">
                  <c:v>-1.421828</c:v>
                </c:pt>
                <c:pt idx="323">
                  <c:v>-1.195444</c:v>
                </c:pt>
                <c:pt idx="324">
                  <c:v>-1.864952</c:v>
                </c:pt>
                <c:pt idx="325">
                  <c:v>-3.477296</c:v>
                </c:pt>
                <c:pt idx="326">
                  <c:v>-2.098152</c:v>
                </c:pt>
                <c:pt idx="327">
                  <c:v>0.3542</c:v>
                </c:pt>
                <c:pt idx="328">
                  <c:v>-1.063492</c:v>
                </c:pt>
                <c:pt idx="329">
                  <c:v>-2.330902</c:v>
                </c:pt>
                <c:pt idx="330">
                  <c:v>-0.44115</c:v>
                </c:pt>
                <c:pt idx="331">
                  <c:v>0.204649</c:v>
                </c:pt>
                <c:pt idx="332">
                  <c:v>-1.484522</c:v>
                </c:pt>
                <c:pt idx="333">
                  <c:v>-1.388084</c:v>
                </c:pt>
                <c:pt idx="334">
                  <c:v>-1.860499</c:v>
                </c:pt>
                <c:pt idx="335">
                  <c:v>-1.720767</c:v>
                </c:pt>
                <c:pt idx="336">
                  <c:v>-2.268888</c:v>
                </c:pt>
                <c:pt idx="337">
                  <c:v>-1.386191</c:v>
                </c:pt>
                <c:pt idx="338">
                  <c:v>-2.769634</c:v>
                </c:pt>
                <c:pt idx="339">
                  <c:v>-0.69125</c:v>
                </c:pt>
                <c:pt idx="340">
                  <c:v>-2.007471</c:v>
                </c:pt>
                <c:pt idx="341">
                  <c:v>-1.614445</c:v>
                </c:pt>
                <c:pt idx="342">
                  <c:v>-1.802006</c:v>
                </c:pt>
                <c:pt idx="343">
                  <c:v>-1.503469</c:v>
                </c:pt>
                <c:pt idx="344">
                  <c:v>-0.423563</c:v>
                </c:pt>
                <c:pt idx="345">
                  <c:v>-0.434257</c:v>
                </c:pt>
                <c:pt idx="346">
                  <c:v>-3.058597</c:v>
                </c:pt>
                <c:pt idx="347">
                  <c:v>0.380202</c:v>
                </c:pt>
                <c:pt idx="348">
                  <c:v>-0.907715</c:v>
                </c:pt>
                <c:pt idx="349">
                  <c:v>-1.84715</c:v>
                </c:pt>
                <c:pt idx="350">
                  <c:v>-1.306935</c:v>
                </c:pt>
                <c:pt idx="351">
                  <c:v>-0.705351</c:v>
                </c:pt>
                <c:pt idx="352">
                  <c:v>-2.296404</c:v>
                </c:pt>
                <c:pt idx="353">
                  <c:v>-0.669604</c:v>
                </c:pt>
                <c:pt idx="354">
                  <c:v>-1.42027</c:v>
                </c:pt>
                <c:pt idx="355">
                  <c:v>-1.491523</c:v>
                </c:pt>
                <c:pt idx="356">
                  <c:v>-1.495486</c:v>
                </c:pt>
                <c:pt idx="357">
                  <c:v>0.745503</c:v>
                </c:pt>
                <c:pt idx="358">
                  <c:v>0.149317</c:v>
                </c:pt>
              </c:numCache>
            </c:numRef>
          </c:xVal>
          <c:yVal>
            <c:numRef>
              <c:f>Sheet1!$C$2:$C$360</c:f>
              <c:numCache>
                <c:formatCode>General</c:formatCode>
                <c:ptCount val="359"/>
                <c:pt idx="155">
                  <c:v>0.942069</c:v>
                </c:pt>
                <c:pt idx="156">
                  <c:v>-0.648898</c:v>
                </c:pt>
                <c:pt idx="157">
                  <c:v>0.344782</c:v>
                </c:pt>
                <c:pt idx="158">
                  <c:v>1.645709</c:v>
                </c:pt>
                <c:pt idx="159">
                  <c:v>-0.862063</c:v>
                </c:pt>
                <c:pt idx="160">
                  <c:v>-0.791994</c:v>
                </c:pt>
                <c:pt idx="161">
                  <c:v>1.244386</c:v>
                </c:pt>
                <c:pt idx="162">
                  <c:v>1.28166</c:v>
                </c:pt>
                <c:pt idx="163">
                  <c:v>2.746755</c:v>
                </c:pt>
                <c:pt idx="164">
                  <c:v>-0.192916</c:v>
                </c:pt>
                <c:pt idx="165">
                  <c:v>-0.597412</c:v>
                </c:pt>
                <c:pt idx="166">
                  <c:v>0.551857</c:v>
                </c:pt>
                <c:pt idx="167">
                  <c:v>0.619198</c:v>
                </c:pt>
                <c:pt idx="168">
                  <c:v>0.189082</c:v>
                </c:pt>
                <c:pt idx="169">
                  <c:v>0.307573</c:v>
                </c:pt>
                <c:pt idx="170">
                  <c:v>0.280921</c:v>
                </c:pt>
                <c:pt idx="171">
                  <c:v>-0.246691</c:v>
                </c:pt>
                <c:pt idx="172">
                  <c:v>0.120347</c:v>
                </c:pt>
                <c:pt idx="173">
                  <c:v>-0.531535</c:v>
                </c:pt>
                <c:pt idx="174">
                  <c:v>0.857435</c:v>
                </c:pt>
                <c:pt idx="175">
                  <c:v>-1.137802</c:v>
                </c:pt>
                <c:pt idx="176">
                  <c:v>-0.330873</c:v>
                </c:pt>
                <c:pt idx="177">
                  <c:v>-0.806871</c:v>
                </c:pt>
                <c:pt idx="178">
                  <c:v>-0.245238</c:v>
                </c:pt>
                <c:pt idx="179">
                  <c:v>-0.778758</c:v>
                </c:pt>
                <c:pt idx="180">
                  <c:v>0.830622</c:v>
                </c:pt>
                <c:pt idx="181">
                  <c:v>0.073311</c:v>
                </c:pt>
                <c:pt idx="182">
                  <c:v>0.131739</c:v>
                </c:pt>
                <c:pt idx="183">
                  <c:v>0.147028</c:v>
                </c:pt>
                <c:pt idx="184">
                  <c:v>-0.504333</c:v>
                </c:pt>
                <c:pt idx="185">
                  <c:v>-0.115483</c:v>
                </c:pt>
                <c:pt idx="186">
                  <c:v>-0.052146</c:v>
                </c:pt>
                <c:pt idx="187">
                  <c:v>-0.584944</c:v>
                </c:pt>
                <c:pt idx="188">
                  <c:v>-0.438869</c:v>
                </c:pt>
                <c:pt idx="189">
                  <c:v>0.38987</c:v>
                </c:pt>
                <c:pt idx="190">
                  <c:v>-0.357557</c:v>
                </c:pt>
                <c:pt idx="191">
                  <c:v>0.513224</c:v>
                </c:pt>
                <c:pt idx="192">
                  <c:v>-1.519884</c:v>
                </c:pt>
                <c:pt idx="193">
                  <c:v>1.136972</c:v>
                </c:pt>
                <c:pt idx="194">
                  <c:v>-0.267907</c:v>
                </c:pt>
                <c:pt idx="195">
                  <c:v>-0.266353</c:v>
                </c:pt>
                <c:pt idx="196">
                  <c:v>1.591378</c:v>
                </c:pt>
                <c:pt idx="197">
                  <c:v>0.03223</c:v>
                </c:pt>
                <c:pt idx="198">
                  <c:v>0.122935</c:v>
                </c:pt>
                <c:pt idx="199">
                  <c:v>0.332063</c:v>
                </c:pt>
                <c:pt idx="200">
                  <c:v>-0.498696</c:v>
                </c:pt>
                <c:pt idx="201">
                  <c:v>0.114368</c:v>
                </c:pt>
                <c:pt idx="202">
                  <c:v>-0.924825</c:v>
                </c:pt>
                <c:pt idx="203">
                  <c:v>-0.16962</c:v>
                </c:pt>
                <c:pt idx="204">
                  <c:v>1.177336</c:v>
                </c:pt>
                <c:pt idx="205">
                  <c:v>0.80015</c:v>
                </c:pt>
                <c:pt idx="206">
                  <c:v>-0.535048</c:v>
                </c:pt>
                <c:pt idx="207">
                  <c:v>-0.153661</c:v>
                </c:pt>
              </c:numCache>
            </c:numRef>
          </c:yVal>
          <c:smooth val="0"/>
        </c:ser>
        <c:ser>
          <c:idx val="2"/>
          <c:order val="2"/>
          <c:tx>
            <c:strRef>
              <c:f>Sheet1!$D$1</c:f>
              <c:strCache>
                <c:ptCount val="1"/>
              </c:strCache>
            </c:strRef>
          </c:tx>
          <c:spPr>
            <a:solidFill>
              <a:srgbClr val="F2C14E"/>
            </a:solidFill>
            <a:ln>
              <a:noFill/>
            </a:ln>
            <a:effectLst/>
          </c:spPr>
          <c:marker>
            <c:symbol val="circle"/>
            <c:size val="5"/>
            <c:spPr>
              <a:solidFill>
                <a:srgbClr val="F2C14E"/>
              </a:solidFill>
              <a:ln w="9525" cap="flat">
                <a:solidFill>
                  <a:srgbClr val="F2C14E"/>
                </a:solidFill>
                <a:prstDash val="solid"/>
                <a:round/>
              </a:ln>
              <a:effectLst/>
            </c:spPr>
          </c:marker>
          <c:xVal>
            <c:numRef>
              <c:f>Sheet1!$A$2:$A$360</c:f>
              <c:numCache>
                <c:formatCode>General</c:formatCode>
                <c:ptCount val="359"/>
                <c:pt idx="0">
                  <c:v>0.48284</c:v>
                </c:pt>
                <c:pt idx="1">
                  <c:v>1.097023</c:v>
                </c:pt>
                <c:pt idx="2">
                  <c:v>0.615273</c:v>
                </c:pt>
                <c:pt idx="3">
                  <c:v>-0.250101</c:v>
                </c:pt>
                <c:pt idx="4">
                  <c:v>-1.179838</c:v>
                </c:pt>
                <c:pt idx="5">
                  <c:v>-1.513754</c:v>
                </c:pt>
                <c:pt idx="6">
                  <c:v>0.003214</c:v>
                </c:pt>
                <c:pt idx="7">
                  <c:v>-0.147293</c:v>
                </c:pt>
                <c:pt idx="8">
                  <c:v>-0.135712</c:v>
                </c:pt>
                <c:pt idx="9">
                  <c:v>-1.513567</c:v>
                </c:pt>
                <c:pt idx="10">
                  <c:v>-1.545722</c:v>
                </c:pt>
                <c:pt idx="11">
                  <c:v>0.260248</c:v>
                </c:pt>
                <c:pt idx="12">
                  <c:v>0.278026</c:v>
                </c:pt>
                <c:pt idx="13">
                  <c:v>-0.635776</c:v>
                </c:pt>
                <c:pt idx="14">
                  <c:v>-0.155224</c:v>
                </c:pt>
                <c:pt idx="15">
                  <c:v>-0.765239</c:v>
                </c:pt>
                <c:pt idx="16">
                  <c:v>-0.771272</c:v>
                </c:pt>
                <c:pt idx="17">
                  <c:v>0.761239</c:v>
                </c:pt>
                <c:pt idx="18">
                  <c:v>-1.72748</c:v>
                </c:pt>
                <c:pt idx="19">
                  <c:v>-1.74838</c:v>
                </c:pt>
                <c:pt idx="20">
                  <c:v>0.673986</c:v>
                </c:pt>
                <c:pt idx="21">
                  <c:v>0.157195</c:v>
                </c:pt>
                <c:pt idx="22">
                  <c:v>-0.14434</c:v>
                </c:pt>
                <c:pt idx="23">
                  <c:v>-1.277662</c:v>
                </c:pt>
                <c:pt idx="24">
                  <c:v>-0.439925</c:v>
                </c:pt>
                <c:pt idx="25">
                  <c:v>-0.702692</c:v>
                </c:pt>
                <c:pt idx="26">
                  <c:v>-0.222336</c:v>
                </c:pt>
                <c:pt idx="27">
                  <c:v>-0.871071</c:v>
                </c:pt>
                <c:pt idx="28">
                  <c:v>1.152018</c:v>
                </c:pt>
                <c:pt idx="29">
                  <c:v>-0.308791</c:v>
                </c:pt>
                <c:pt idx="30">
                  <c:v>-0.568177</c:v>
                </c:pt>
                <c:pt idx="31">
                  <c:v>-1.343212</c:v>
                </c:pt>
                <c:pt idx="32">
                  <c:v>0.074717</c:v>
                </c:pt>
                <c:pt idx="33">
                  <c:v>-0.760974</c:v>
                </c:pt>
                <c:pt idx="34">
                  <c:v>-0.259183</c:v>
                </c:pt>
                <c:pt idx="35">
                  <c:v>0.2667</c:v>
                </c:pt>
                <c:pt idx="36">
                  <c:v>0.591553</c:v>
                </c:pt>
                <c:pt idx="37">
                  <c:v>0.722207</c:v>
                </c:pt>
                <c:pt idx="38">
                  <c:v>0.955035</c:v>
                </c:pt>
                <c:pt idx="39">
                  <c:v>-0.538118</c:v>
                </c:pt>
                <c:pt idx="40">
                  <c:v>0.024925</c:v>
                </c:pt>
                <c:pt idx="41">
                  <c:v>0.047797</c:v>
                </c:pt>
                <c:pt idx="42">
                  <c:v>-1.459282</c:v>
                </c:pt>
                <c:pt idx="43">
                  <c:v>-0.579783</c:v>
                </c:pt>
                <c:pt idx="44">
                  <c:v>0.342347</c:v>
                </c:pt>
                <c:pt idx="45">
                  <c:v>0.988413</c:v>
                </c:pt>
                <c:pt idx="46">
                  <c:v>0.099138</c:v>
                </c:pt>
                <c:pt idx="47">
                  <c:v>-1.000077</c:v>
                </c:pt>
                <c:pt idx="48">
                  <c:v>0.684033</c:v>
                </c:pt>
                <c:pt idx="49">
                  <c:v>-0.756012</c:v>
                </c:pt>
                <c:pt idx="50">
                  <c:v>-1.659341</c:v>
                </c:pt>
                <c:pt idx="51">
                  <c:v>-0.4814</c:v>
                </c:pt>
                <c:pt idx="52">
                  <c:v>-0.672068</c:v>
                </c:pt>
                <c:pt idx="53">
                  <c:v>-0.511255</c:v>
                </c:pt>
                <c:pt idx="54">
                  <c:v>-1.02361</c:v>
                </c:pt>
                <c:pt idx="55">
                  <c:v>0.002924</c:v>
                </c:pt>
                <c:pt idx="56">
                  <c:v>0.495263</c:v>
                </c:pt>
                <c:pt idx="57">
                  <c:v>-1.754098</c:v>
                </c:pt>
                <c:pt idx="58">
                  <c:v>-0.672717</c:v>
                </c:pt>
                <c:pt idx="59">
                  <c:v>-1.230444</c:v>
                </c:pt>
                <c:pt idx="60">
                  <c:v>-0.334937</c:v>
                </c:pt>
                <c:pt idx="61">
                  <c:v>-1.243125</c:v>
                </c:pt>
                <c:pt idx="62">
                  <c:v>-0.298258</c:v>
                </c:pt>
                <c:pt idx="63">
                  <c:v>0.514002</c:v>
                </c:pt>
                <c:pt idx="64">
                  <c:v>-0.07463</c:v>
                </c:pt>
                <c:pt idx="65">
                  <c:v>-0.683088</c:v>
                </c:pt>
                <c:pt idx="66">
                  <c:v>-0.9496</c:v>
                </c:pt>
                <c:pt idx="67">
                  <c:v>-0.748375</c:v>
                </c:pt>
                <c:pt idx="68">
                  <c:v>-0.052179</c:v>
                </c:pt>
                <c:pt idx="69">
                  <c:v>0.302978</c:v>
                </c:pt>
                <c:pt idx="70">
                  <c:v>-0.915995</c:v>
                </c:pt>
                <c:pt idx="71">
                  <c:v>-0.39215</c:v>
                </c:pt>
                <c:pt idx="72">
                  <c:v>-0.231342</c:v>
                </c:pt>
                <c:pt idx="73">
                  <c:v>0.105978</c:v>
                </c:pt>
                <c:pt idx="74">
                  <c:v>-0.078897</c:v>
                </c:pt>
                <c:pt idx="75">
                  <c:v>-2.165973</c:v>
                </c:pt>
                <c:pt idx="76">
                  <c:v>-1.519967</c:v>
                </c:pt>
                <c:pt idx="77">
                  <c:v>1.027109</c:v>
                </c:pt>
                <c:pt idx="78">
                  <c:v>-0.223542</c:v>
                </c:pt>
                <c:pt idx="79">
                  <c:v>-1.264989</c:v>
                </c:pt>
                <c:pt idx="80">
                  <c:v>1.037337</c:v>
                </c:pt>
                <c:pt idx="81">
                  <c:v>-0.699939</c:v>
                </c:pt>
                <c:pt idx="82">
                  <c:v>-0.999533</c:v>
                </c:pt>
                <c:pt idx="83">
                  <c:v>-0.225012</c:v>
                </c:pt>
                <c:pt idx="84">
                  <c:v>0.159415</c:v>
                </c:pt>
                <c:pt idx="85">
                  <c:v>0.094763</c:v>
                </c:pt>
                <c:pt idx="86">
                  <c:v>0.276388</c:v>
                </c:pt>
                <c:pt idx="87">
                  <c:v>-0.332373</c:v>
                </c:pt>
                <c:pt idx="88">
                  <c:v>-1.346487</c:v>
                </c:pt>
                <c:pt idx="89">
                  <c:v>0.329338</c:v>
                </c:pt>
                <c:pt idx="90">
                  <c:v>-1.049144</c:v>
                </c:pt>
                <c:pt idx="91">
                  <c:v>-0.586477</c:v>
                </c:pt>
                <c:pt idx="92">
                  <c:v>-0.060861</c:v>
                </c:pt>
                <c:pt idx="93">
                  <c:v>0.3934</c:v>
                </c:pt>
                <c:pt idx="94">
                  <c:v>-0.617409</c:v>
                </c:pt>
                <c:pt idx="95">
                  <c:v>-1.274353</c:v>
                </c:pt>
                <c:pt idx="96">
                  <c:v>0.535397</c:v>
                </c:pt>
                <c:pt idx="97">
                  <c:v>-0.19238</c:v>
                </c:pt>
                <c:pt idx="98">
                  <c:v>-0.106463</c:v>
                </c:pt>
                <c:pt idx="99">
                  <c:v>0.212528</c:v>
                </c:pt>
                <c:pt idx="100">
                  <c:v>-1.345466</c:v>
                </c:pt>
                <c:pt idx="101">
                  <c:v>-0.961292</c:v>
                </c:pt>
                <c:pt idx="102">
                  <c:v>0.093355</c:v>
                </c:pt>
                <c:pt idx="103">
                  <c:v>0.800704</c:v>
                </c:pt>
                <c:pt idx="104">
                  <c:v>0.444199</c:v>
                </c:pt>
                <c:pt idx="105">
                  <c:v>0.417716</c:v>
                </c:pt>
                <c:pt idx="106">
                  <c:v>0.831123</c:v>
                </c:pt>
                <c:pt idx="107">
                  <c:v>0.662357</c:v>
                </c:pt>
                <c:pt idx="108">
                  <c:v>-1.501593</c:v>
                </c:pt>
                <c:pt idx="109">
                  <c:v>1.001613</c:v>
                </c:pt>
                <c:pt idx="110">
                  <c:v>-0.033547</c:v>
                </c:pt>
                <c:pt idx="111">
                  <c:v>0.272762</c:v>
                </c:pt>
                <c:pt idx="112">
                  <c:v>-1.320256</c:v>
                </c:pt>
                <c:pt idx="113">
                  <c:v>0.703423</c:v>
                </c:pt>
                <c:pt idx="114">
                  <c:v>0.59661</c:v>
                </c:pt>
                <c:pt idx="115">
                  <c:v>0.379461</c:v>
                </c:pt>
                <c:pt idx="116">
                  <c:v>0.957945</c:v>
                </c:pt>
                <c:pt idx="117">
                  <c:v>1.165212</c:v>
                </c:pt>
                <c:pt idx="118">
                  <c:v>-0.409174</c:v>
                </c:pt>
                <c:pt idx="119">
                  <c:v>-0.002129</c:v>
                </c:pt>
                <c:pt idx="120">
                  <c:v>0.7863</c:v>
                </c:pt>
                <c:pt idx="121">
                  <c:v>-0.26403</c:v>
                </c:pt>
                <c:pt idx="122">
                  <c:v>-1.028454</c:v>
                </c:pt>
                <c:pt idx="123">
                  <c:v>-0.473175</c:v>
                </c:pt>
                <c:pt idx="124">
                  <c:v>0.249934</c:v>
                </c:pt>
                <c:pt idx="125">
                  <c:v>-0.796762</c:v>
                </c:pt>
                <c:pt idx="126">
                  <c:v>-0.939369</c:v>
                </c:pt>
                <c:pt idx="127">
                  <c:v>-1.06342</c:v>
                </c:pt>
                <c:pt idx="128">
                  <c:v>-0.04102</c:v>
                </c:pt>
                <c:pt idx="129">
                  <c:v>-0.320306</c:v>
                </c:pt>
                <c:pt idx="130">
                  <c:v>-0.382581</c:v>
                </c:pt>
                <c:pt idx="131">
                  <c:v>-0.021938</c:v>
                </c:pt>
                <c:pt idx="132">
                  <c:v>-0.56939</c:v>
                </c:pt>
                <c:pt idx="133">
                  <c:v>0.082653</c:v>
                </c:pt>
                <c:pt idx="134">
                  <c:v>0.521766</c:v>
                </c:pt>
                <c:pt idx="135">
                  <c:v>0.2289</c:v>
                </c:pt>
                <c:pt idx="136">
                  <c:v>-0.13293</c:v>
                </c:pt>
                <c:pt idx="137">
                  <c:v>0.489548</c:v>
                </c:pt>
                <c:pt idx="138">
                  <c:v>0.366429</c:v>
                </c:pt>
                <c:pt idx="139">
                  <c:v>-0.45104</c:v>
                </c:pt>
                <c:pt idx="140">
                  <c:v>-0.960775</c:v>
                </c:pt>
                <c:pt idx="141">
                  <c:v>-1.220425</c:v>
                </c:pt>
                <c:pt idx="142">
                  <c:v>1.054098</c:v>
                </c:pt>
                <c:pt idx="143">
                  <c:v>0.799934</c:v>
                </c:pt>
                <c:pt idx="144">
                  <c:v>1.525043</c:v>
                </c:pt>
                <c:pt idx="145">
                  <c:v>-0.058548</c:v>
                </c:pt>
                <c:pt idx="146">
                  <c:v>0.356518</c:v>
                </c:pt>
                <c:pt idx="147">
                  <c:v>-0.598119</c:v>
                </c:pt>
                <c:pt idx="148">
                  <c:v>-0.076433</c:v>
                </c:pt>
                <c:pt idx="149">
                  <c:v>-0.13794</c:v>
                </c:pt>
                <c:pt idx="150">
                  <c:v>0.663843</c:v>
                </c:pt>
                <c:pt idx="151">
                  <c:v>-0.583897</c:v>
                </c:pt>
                <c:pt idx="152">
                  <c:v>-0.583444</c:v>
                </c:pt>
                <c:pt idx="153">
                  <c:v>-0.55008</c:v>
                </c:pt>
                <c:pt idx="154">
                  <c:v>-1.020594</c:v>
                </c:pt>
                <c:pt idx="155">
                  <c:v>-1.589164</c:v>
                </c:pt>
                <c:pt idx="156">
                  <c:v>-0.805993</c:v>
                </c:pt>
                <c:pt idx="157">
                  <c:v>-1.845511</c:v>
                </c:pt>
                <c:pt idx="158">
                  <c:v>-0.386835</c:v>
                </c:pt>
                <c:pt idx="159">
                  <c:v>-0.154065</c:v>
                </c:pt>
                <c:pt idx="160">
                  <c:v>-1.313826</c:v>
                </c:pt>
                <c:pt idx="161">
                  <c:v>0.727212</c:v>
                </c:pt>
                <c:pt idx="162">
                  <c:v>-0.00882</c:v>
                </c:pt>
                <c:pt idx="163">
                  <c:v>-1.467872</c:v>
                </c:pt>
                <c:pt idx="164">
                  <c:v>1.078367</c:v>
                </c:pt>
                <c:pt idx="165">
                  <c:v>-1.04663</c:v>
                </c:pt>
                <c:pt idx="166">
                  <c:v>-2.177575</c:v>
                </c:pt>
                <c:pt idx="167">
                  <c:v>-0.338702</c:v>
                </c:pt>
                <c:pt idx="168">
                  <c:v>-0.27081</c:v>
                </c:pt>
                <c:pt idx="169">
                  <c:v>0.465774</c:v>
                </c:pt>
                <c:pt idx="170">
                  <c:v>-0.737289</c:v>
                </c:pt>
                <c:pt idx="171">
                  <c:v>0.599963</c:v>
                </c:pt>
                <c:pt idx="172">
                  <c:v>-1.183608</c:v>
                </c:pt>
                <c:pt idx="173">
                  <c:v>1.530585</c:v>
                </c:pt>
                <c:pt idx="174">
                  <c:v>-1.733653</c:v>
                </c:pt>
                <c:pt idx="175">
                  <c:v>0.79769</c:v>
                </c:pt>
                <c:pt idx="176">
                  <c:v>-0.011928</c:v>
                </c:pt>
                <c:pt idx="177">
                  <c:v>-0.172955</c:v>
                </c:pt>
                <c:pt idx="178">
                  <c:v>0.673922</c:v>
                </c:pt>
                <c:pt idx="179">
                  <c:v>0.583332</c:v>
                </c:pt>
                <c:pt idx="180">
                  <c:v>-0.860579</c:v>
                </c:pt>
                <c:pt idx="181">
                  <c:v>-1.159565</c:v>
                </c:pt>
                <c:pt idx="182">
                  <c:v>0.346306</c:v>
                </c:pt>
                <c:pt idx="183">
                  <c:v>-1.403267</c:v>
                </c:pt>
                <c:pt idx="184">
                  <c:v>0.027797</c:v>
                </c:pt>
                <c:pt idx="185">
                  <c:v>-1.187345</c:v>
                </c:pt>
                <c:pt idx="186">
                  <c:v>1.568504</c:v>
                </c:pt>
                <c:pt idx="187">
                  <c:v>0.934811</c:v>
                </c:pt>
                <c:pt idx="188">
                  <c:v>-1.856702</c:v>
                </c:pt>
                <c:pt idx="189">
                  <c:v>0.110876</c:v>
                </c:pt>
                <c:pt idx="190">
                  <c:v>-0.053853</c:v>
                </c:pt>
                <c:pt idx="191">
                  <c:v>-1.066757</c:v>
                </c:pt>
                <c:pt idx="192">
                  <c:v>-0.078624</c:v>
                </c:pt>
                <c:pt idx="193">
                  <c:v>-1.588371</c:v>
                </c:pt>
                <c:pt idx="194">
                  <c:v>-1.189832</c:v>
                </c:pt>
                <c:pt idx="195">
                  <c:v>-0.004326</c:v>
                </c:pt>
                <c:pt idx="196">
                  <c:v>-1.307877</c:v>
                </c:pt>
                <c:pt idx="197">
                  <c:v>0.338834</c:v>
                </c:pt>
                <c:pt idx="198">
                  <c:v>-0.925228</c:v>
                </c:pt>
                <c:pt idx="199">
                  <c:v>-1.09671</c:v>
                </c:pt>
                <c:pt idx="200">
                  <c:v>0.406779</c:v>
                </c:pt>
                <c:pt idx="201">
                  <c:v>-0.363676</c:v>
                </c:pt>
                <c:pt idx="202">
                  <c:v>-0.17198</c:v>
                </c:pt>
                <c:pt idx="203">
                  <c:v>-0.566572</c:v>
                </c:pt>
                <c:pt idx="204">
                  <c:v>1.391259</c:v>
                </c:pt>
                <c:pt idx="205">
                  <c:v>0.153877</c:v>
                </c:pt>
                <c:pt idx="206">
                  <c:v>-0.207281</c:v>
                </c:pt>
                <c:pt idx="207">
                  <c:v>0.071284</c:v>
                </c:pt>
                <c:pt idx="208">
                  <c:v>1.954189</c:v>
                </c:pt>
                <c:pt idx="209">
                  <c:v>3.056225</c:v>
                </c:pt>
                <c:pt idx="210">
                  <c:v>2.407727</c:v>
                </c:pt>
                <c:pt idx="211">
                  <c:v>2.403916</c:v>
                </c:pt>
                <c:pt idx="212">
                  <c:v>1.106761</c:v>
                </c:pt>
                <c:pt idx="213">
                  <c:v>2.895706</c:v>
                </c:pt>
                <c:pt idx="214">
                  <c:v>3.922719</c:v>
                </c:pt>
                <c:pt idx="215">
                  <c:v>2.260352</c:v>
                </c:pt>
                <c:pt idx="216">
                  <c:v>2.54699</c:v>
                </c:pt>
                <c:pt idx="217">
                  <c:v>1.888224</c:v>
                </c:pt>
                <c:pt idx="218">
                  <c:v>2.939877</c:v>
                </c:pt>
                <c:pt idx="219">
                  <c:v>4.122755</c:v>
                </c:pt>
                <c:pt idx="220">
                  <c:v>1.809857</c:v>
                </c:pt>
                <c:pt idx="221">
                  <c:v>3.231495</c:v>
                </c:pt>
                <c:pt idx="222">
                  <c:v>2.91775</c:v>
                </c:pt>
                <c:pt idx="223">
                  <c:v>4.031913</c:v>
                </c:pt>
                <c:pt idx="224">
                  <c:v>2.479826</c:v>
                </c:pt>
                <c:pt idx="225">
                  <c:v>1.470555</c:v>
                </c:pt>
                <c:pt idx="226">
                  <c:v>2.039716</c:v>
                </c:pt>
                <c:pt idx="227">
                  <c:v>3.199544</c:v>
                </c:pt>
                <c:pt idx="228">
                  <c:v>1.891226</c:v>
                </c:pt>
                <c:pt idx="229">
                  <c:v>2.51875</c:v>
                </c:pt>
                <c:pt idx="230">
                  <c:v>1.180859</c:v>
                </c:pt>
                <c:pt idx="231">
                  <c:v>1.633343</c:v>
                </c:pt>
                <c:pt idx="232">
                  <c:v>3.120492</c:v>
                </c:pt>
                <c:pt idx="233">
                  <c:v>1.733451</c:v>
                </c:pt>
                <c:pt idx="234">
                  <c:v>3.384777</c:v>
                </c:pt>
                <c:pt idx="235">
                  <c:v>2.810595</c:v>
                </c:pt>
                <c:pt idx="236">
                  <c:v>1.646156</c:v>
                </c:pt>
                <c:pt idx="237">
                  <c:v>2.457245</c:v>
                </c:pt>
                <c:pt idx="238">
                  <c:v>1.404598</c:v>
                </c:pt>
                <c:pt idx="239">
                  <c:v>0.832477</c:v>
                </c:pt>
                <c:pt idx="240">
                  <c:v>2.814147</c:v>
                </c:pt>
                <c:pt idx="241">
                  <c:v>2.202798</c:v>
                </c:pt>
                <c:pt idx="242">
                  <c:v>3.610352</c:v>
                </c:pt>
                <c:pt idx="243">
                  <c:v>2.765672</c:v>
                </c:pt>
                <c:pt idx="244">
                  <c:v>2.466805</c:v>
                </c:pt>
                <c:pt idx="245">
                  <c:v>3.972827</c:v>
                </c:pt>
                <c:pt idx="246">
                  <c:v>3.823811</c:v>
                </c:pt>
                <c:pt idx="247">
                  <c:v>3.176956</c:v>
                </c:pt>
                <c:pt idx="248">
                  <c:v>2.338435</c:v>
                </c:pt>
                <c:pt idx="249">
                  <c:v>2.76548</c:v>
                </c:pt>
                <c:pt idx="250">
                  <c:v>3.608222</c:v>
                </c:pt>
                <c:pt idx="251">
                  <c:v>3.489211</c:v>
                </c:pt>
                <c:pt idx="252">
                  <c:v>2.851921</c:v>
                </c:pt>
                <c:pt idx="253">
                  <c:v>2.172519</c:v>
                </c:pt>
                <c:pt idx="254">
                  <c:v>1.659873</c:v>
                </c:pt>
                <c:pt idx="255">
                  <c:v>2.449538</c:v>
                </c:pt>
                <c:pt idx="256">
                  <c:v>2.386844</c:v>
                </c:pt>
                <c:pt idx="257">
                  <c:v>3.379968</c:v>
                </c:pt>
                <c:pt idx="258">
                  <c:v>2.834595</c:v>
                </c:pt>
                <c:pt idx="259">
                  <c:v>2.272119</c:v>
                </c:pt>
                <c:pt idx="260">
                  <c:v>3.620538</c:v>
                </c:pt>
                <c:pt idx="261">
                  <c:v>3.427353</c:v>
                </c:pt>
                <c:pt idx="262">
                  <c:v>1.520287</c:v>
                </c:pt>
                <c:pt idx="263">
                  <c:v>2.859424</c:v>
                </c:pt>
                <c:pt idx="264">
                  <c:v>4.974417</c:v>
                </c:pt>
                <c:pt idx="265">
                  <c:v>2.351519</c:v>
                </c:pt>
                <c:pt idx="266">
                  <c:v>2.828319</c:v>
                </c:pt>
                <c:pt idx="267">
                  <c:v>1.813638</c:v>
                </c:pt>
                <c:pt idx="268">
                  <c:v>3.380267</c:v>
                </c:pt>
                <c:pt idx="269">
                  <c:v>1.684286</c:v>
                </c:pt>
                <c:pt idx="270">
                  <c:v>3.221007</c:v>
                </c:pt>
                <c:pt idx="271">
                  <c:v>-1.243772</c:v>
                </c:pt>
                <c:pt idx="272">
                  <c:v>-0.239158</c:v>
                </c:pt>
                <c:pt idx="273">
                  <c:v>-0.033169</c:v>
                </c:pt>
                <c:pt idx="274">
                  <c:v>-2.884342</c:v>
                </c:pt>
                <c:pt idx="275">
                  <c:v>-0.64019</c:v>
                </c:pt>
                <c:pt idx="276">
                  <c:v>-1.443503</c:v>
                </c:pt>
                <c:pt idx="277">
                  <c:v>-1.467171</c:v>
                </c:pt>
                <c:pt idx="278">
                  <c:v>-0.603942</c:v>
                </c:pt>
                <c:pt idx="279">
                  <c:v>-1.653062</c:v>
                </c:pt>
                <c:pt idx="280">
                  <c:v>-1.508812</c:v>
                </c:pt>
                <c:pt idx="281">
                  <c:v>-0.412009</c:v>
                </c:pt>
                <c:pt idx="282">
                  <c:v>-1.747279</c:v>
                </c:pt>
                <c:pt idx="283">
                  <c:v>-0.84158</c:v>
                </c:pt>
                <c:pt idx="284">
                  <c:v>-2.37091</c:v>
                </c:pt>
                <c:pt idx="285">
                  <c:v>-1.280936</c:v>
                </c:pt>
                <c:pt idx="286">
                  <c:v>-1.636114</c:v>
                </c:pt>
                <c:pt idx="287">
                  <c:v>-1.703779</c:v>
                </c:pt>
                <c:pt idx="288">
                  <c:v>-1.583418</c:v>
                </c:pt>
                <c:pt idx="289">
                  <c:v>-1.110549</c:v>
                </c:pt>
                <c:pt idx="290">
                  <c:v>-0.711298</c:v>
                </c:pt>
                <c:pt idx="291">
                  <c:v>-1.800687</c:v>
                </c:pt>
                <c:pt idx="292">
                  <c:v>0.819496</c:v>
                </c:pt>
                <c:pt idx="293">
                  <c:v>-1.520985</c:v>
                </c:pt>
                <c:pt idx="294">
                  <c:v>-1.862941</c:v>
                </c:pt>
                <c:pt idx="295">
                  <c:v>0.855975</c:v>
                </c:pt>
                <c:pt idx="296">
                  <c:v>-1.741999</c:v>
                </c:pt>
                <c:pt idx="297">
                  <c:v>-1.082524</c:v>
                </c:pt>
                <c:pt idx="298">
                  <c:v>-0.336794</c:v>
                </c:pt>
                <c:pt idx="299">
                  <c:v>-1.717218</c:v>
                </c:pt>
                <c:pt idx="300">
                  <c:v>-0.678873</c:v>
                </c:pt>
                <c:pt idx="301">
                  <c:v>-1.611904</c:v>
                </c:pt>
                <c:pt idx="302">
                  <c:v>0.25272</c:v>
                </c:pt>
                <c:pt idx="303">
                  <c:v>-0.575768</c:v>
                </c:pt>
                <c:pt idx="304">
                  <c:v>-1.777156</c:v>
                </c:pt>
                <c:pt idx="305">
                  <c:v>0.173773</c:v>
                </c:pt>
                <c:pt idx="306">
                  <c:v>-1.964988</c:v>
                </c:pt>
                <c:pt idx="307">
                  <c:v>-1.256394</c:v>
                </c:pt>
                <c:pt idx="308">
                  <c:v>-0.162782</c:v>
                </c:pt>
                <c:pt idx="309">
                  <c:v>-1.780417</c:v>
                </c:pt>
                <c:pt idx="310">
                  <c:v>-2.236524</c:v>
                </c:pt>
                <c:pt idx="311">
                  <c:v>-0.658101</c:v>
                </c:pt>
                <c:pt idx="312">
                  <c:v>-0.894826</c:v>
                </c:pt>
                <c:pt idx="313">
                  <c:v>-2.367958</c:v>
                </c:pt>
                <c:pt idx="314">
                  <c:v>-1.81544</c:v>
                </c:pt>
                <c:pt idx="315">
                  <c:v>-1.559846</c:v>
                </c:pt>
                <c:pt idx="316">
                  <c:v>-2.407026</c:v>
                </c:pt>
                <c:pt idx="317">
                  <c:v>-1.06296</c:v>
                </c:pt>
                <c:pt idx="318">
                  <c:v>-2.144147</c:v>
                </c:pt>
                <c:pt idx="319">
                  <c:v>-1.746358</c:v>
                </c:pt>
                <c:pt idx="320">
                  <c:v>-1.951497</c:v>
                </c:pt>
                <c:pt idx="321">
                  <c:v>-0.528704</c:v>
                </c:pt>
                <c:pt idx="322">
                  <c:v>-1.421828</c:v>
                </c:pt>
                <c:pt idx="323">
                  <c:v>-1.195444</c:v>
                </c:pt>
                <c:pt idx="324">
                  <c:v>-1.864952</c:v>
                </c:pt>
                <c:pt idx="325">
                  <c:v>-3.477296</c:v>
                </c:pt>
                <c:pt idx="326">
                  <c:v>-2.098152</c:v>
                </c:pt>
                <c:pt idx="327">
                  <c:v>0.3542</c:v>
                </c:pt>
                <c:pt idx="328">
                  <c:v>-1.063492</c:v>
                </c:pt>
                <c:pt idx="329">
                  <c:v>-2.330902</c:v>
                </c:pt>
                <c:pt idx="330">
                  <c:v>-0.44115</c:v>
                </c:pt>
                <c:pt idx="331">
                  <c:v>0.204649</c:v>
                </c:pt>
                <c:pt idx="332">
                  <c:v>-1.484522</c:v>
                </c:pt>
                <c:pt idx="333">
                  <c:v>-1.388084</c:v>
                </c:pt>
                <c:pt idx="334">
                  <c:v>-1.860499</c:v>
                </c:pt>
                <c:pt idx="335">
                  <c:v>-1.720767</c:v>
                </c:pt>
                <c:pt idx="336">
                  <c:v>-2.268888</c:v>
                </c:pt>
                <c:pt idx="337">
                  <c:v>-1.386191</c:v>
                </c:pt>
                <c:pt idx="338">
                  <c:v>-2.769634</c:v>
                </c:pt>
                <c:pt idx="339">
                  <c:v>-0.69125</c:v>
                </c:pt>
                <c:pt idx="340">
                  <c:v>-2.007471</c:v>
                </c:pt>
                <c:pt idx="341">
                  <c:v>-1.614445</c:v>
                </c:pt>
                <c:pt idx="342">
                  <c:v>-1.802006</c:v>
                </c:pt>
                <c:pt idx="343">
                  <c:v>-1.503469</c:v>
                </c:pt>
                <c:pt idx="344">
                  <c:v>-0.423563</c:v>
                </c:pt>
                <c:pt idx="345">
                  <c:v>-0.434257</c:v>
                </c:pt>
                <c:pt idx="346">
                  <c:v>-3.058597</c:v>
                </c:pt>
                <c:pt idx="347">
                  <c:v>0.380202</c:v>
                </c:pt>
                <c:pt idx="348">
                  <c:v>-0.907715</c:v>
                </c:pt>
                <c:pt idx="349">
                  <c:v>-1.84715</c:v>
                </c:pt>
                <c:pt idx="350">
                  <c:v>-1.306935</c:v>
                </c:pt>
                <c:pt idx="351">
                  <c:v>-0.705351</c:v>
                </c:pt>
                <c:pt idx="352">
                  <c:v>-2.296404</c:v>
                </c:pt>
                <c:pt idx="353">
                  <c:v>-0.669604</c:v>
                </c:pt>
                <c:pt idx="354">
                  <c:v>-1.42027</c:v>
                </c:pt>
                <c:pt idx="355">
                  <c:v>-1.491523</c:v>
                </c:pt>
                <c:pt idx="356">
                  <c:v>-1.495486</c:v>
                </c:pt>
                <c:pt idx="357">
                  <c:v>0.745503</c:v>
                </c:pt>
                <c:pt idx="358">
                  <c:v>0.149317</c:v>
                </c:pt>
              </c:numCache>
            </c:numRef>
          </c:xVal>
          <c:yVal>
            <c:numRef>
              <c:f>Sheet1!$D$2:$D$360</c:f>
              <c:numCache>
                <c:formatCode>General</c:formatCode>
                <c:ptCount val="359"/>
                <c:pt idx="208">
                  <c:v>-0.240483</c:v>
                </c:pt>
                <c:pt idx="209">
                  <c:v>-0.908364</c:v>
                </c:pt>
                <c:pt idx="210">
                  <c:v>-0.280657</c:v>
                </c:pt>
                <c:pt idx="211">
                  <c:v>0.998561</c:v>
                </c:pt>
                <c:pt idx="212">
                  <c:v>0.609903</c:v>
                </c:pt>
                <c:pt idx="213">
                  <c:v>2.612489</c:v>
                </c:pt>
                <c:pt idx="214">
                  <c:v>1.652077</c:v>
                </c:pt>
                <c:pt idx="215">
                  <c:v>-0.287699</c:v>
                </c:pt>
                <c:pt idx="216">
                  <c:v>0.066359</c:v>
                </c:pt>
                <c:pt idx="217">
                  <c:v>-0.472941</c:v>
                </c:pt>
                <c:pt idx="218">
                  <c:v>-0.292176</c:v>
                </c:pt>
                <c:pt idx="219">
                  <c:v>0.520665</c:v>
                </c:pt>
                <c:pt idx="220">
                  <c:v>-0.282862</c:v>
                </c:pt>
                <c:pt idx="221">
                  <c:v>0.044582</c:v>
                </c:pt>
                <c:pt idx="222">
                  <c:v>0.070574</c:v>
                </c:pt>
                <c:pt idx="223">
                  <c:v>0.872815</c:v>
                </c:pt>
                <c:pt idx="224">
                  <c:v>1.600993</c:v>
                </c:pt>
                <c:pt idx="225">
                  <c:v>1.417853</c:v>
                </c:pt>
                <c:pt idx="226">
                  <c:v>1.012593</c:v>
                </c:pt>
                <c:pt idx="227">
                  <c:v>0.965908</c:v>
                </c:pt>
                <c:pt idx="228">
                  <c:v>-0.117211</c:v>
                </c:pt>
                <c:pt idx="229">
                  <c:v>0.039058</c:v>
                </c:pt>
                <c:pt idx="230">
                  <c:v>2.484388</c:v>
                </c:pt>
                <c:pt idx="231">
                  <c:v>0.261792</c:v>
                </c:pt>
                <c:pt idx="232">
                  <c:v>-0.245046</c:v>
                </c:pt>
                <c:pt idx="233">
                  <c:v>-0.259343</c:v>
                </c:pt>
                <c:pt idx="234">
                  <c:v>0.289549</c:v>
                </c:pt>
                <c:pt idx="235">
                  <c:v>0.716407</c:v>
                </c:pt>
                <c:pt idx="236">
                  <c:v>1.442995</c:v>
                </c:pt>
                <c:pt idx="237">
                  <c:v>0.923492</c:v>
                </c:pt>
                <c:pt idx="238">
                  <c:v>0.293479</c:v>
                </c:pt>
                <c:pt idx="239">
                  <c:v>0.778774</c:v>
                </c:pt>
                <c:pt idx="240">
                  <c:v>0.674691</c:v>
                </c:pt>
                <c:pt idx="241">
                  <c:v>0.493871</c:v>
                </c:pt>
                <c:pt idx="242">
                  <c:v>0.474488</c:v>
                </c:pt>
                <c:pt idx="243">
                  <c:v>-1.728731</c:v>
                </c:pt>
                <c:pt idx="244">
                  <c:v>0.417361</c:v>
                </c:pt>
                <c:pt idx="245">
                  <c:v>1.27492</c:v>
                </c:pt>
                <c:pt idx="246">
                  <c:v>0.698736</c:v>
                </c:pt>
                <c:pt idx="247">
                  <c:v>-0.449748</c:v>
                </c:pt>
                <c:pt idx="248">
                  <c:v>0.627026</c:v>
                </c:pt>
                <c:pt idx="249">
                  <c:v>0.590278</c:v>
                </c:pt>
                <c:pt idx="250">
                  <c:v>0.637926</c:v>
                </c:pt>
                <c:pt idx="251">
                  <c:v>-0.347828</c:v>
                </c:pt>
                <c:pt idx="252">
                  <c:v>-0.701317</c:v>
                </c:pt>
                <c:pt idx="253">
                  <c:v>-0.467544</c:v>
                </c:pt>
                <c:pt idx="254">
                  <c:v>0.652813</c:v>
                </c:pt>
                <c:pt idx="255">
                  <c:v>-0.10419</c:v>
                </c:pt>
                <c:pt idx="256">
                  <c:v>-0.23408</c:v>
                </c:pt>
                <c:pt idx="257">
                  <c:v>0.998433</c:v>
                </c:pt>
                <c:pt idx="258">
                  <c:v>-0.285448</c:v>
                </c:pt>
                <c:pt idx="259">
                  <c:v>1.263399</c:v>
                </c:pt>
                <c:pt idx="260">
                  <c:v>1.59784</c:v>
                </c:pt>
                <c:pt idx="261">
                  <c:v>1.296448</c:v>
                </c:pt>
                <c:pt idx="262">
                  <c:v>-0.66589</c:v>
                </c:pt>
                <c:pt idx="263">
                  <c:v>-0.231332</c:v>
                </c:pt>
                <c:pt idx="264">
                  <c:v>0.575814</c:v>
                </c:pt>
                <c:pt idx="265">
                  <c:v>1.301488</c:v>
                </c:pt>
                <c:pt idx="266">
                  <c:v>0.796522</c:v>
                </c:pt>
                <c:pt idx="267">
                  <c:v>-0.416742</c:v>
                </c:pt>
                <c:pt idx="268">
                  <c:v>0.159439</c:v>
                </c:pt>
                <c:pt idx="269">
                  <c:v>0.078472</c:v>
                </c:pt>
                <c:pt idx="270">
                  <c:v>3.84236</c:v>
                </c:pt>
              </c:numCache>
            </c:numRef>
          </c:yVal>
          <c:smooth val="0"/>
        </c:ser>
        <c:ser>
          <c:idx val="3"/>
          <c:order val="3"/>
          <c:tx>
            <c:strRef>
              <c:f>Sheet1!$E$1</c:f>
              <c:strCache>
                <c:ptCount val="1"/>
              </c:strCache>
            </c:strRef>
          </c:tx>
          <c:spPr>
            <a:solidFill>
              <a:srgbClr val="8AB4F8"/>
            </a:solidFill>
            <a:ln>
              <a:noFill/>
            </a:ln>
            <a:effectLst/>
          </c:spPr>
          <c:marker>
            <c:symbol val="circle"/>
            <c:size val="5"/>
            <c:spPr>
              <a:solidFill>
                <a:srgbClr val="8AB4F8"/>
              </a:solidFill>
              <a:ln w="9525" cap="flat">
                <a:solidFill>
                  <a:srgbClr val="8AB4F8"/>
                </a:solidFill>
                <a:prstDash val="solid"/>
                <a:round/>
              </a:ln>
              <a:effectLst/>
            </c:spPr>
          </c:marker>
          <c:xVal>
            <c:numRef>
              <c:f>Sheet1!$A$2:$A$360</c:f>
              <c:numCache>
                <c:formatCode>General</c:formatCode>
                <c:ptCount val="359"/>
                <c:pt idx="0">
                  <c:v>0.48284</c:v>
                </c:pt>
                <c:pt idx="1">
                  <c:v>1.097023</c:v>
                </c:pt>
                <c:pt idx="2">
                  <c:v>0.615273</c:v>
                </c:pt>
                <c:pt idx="3">
                  <c:v>-0.250101</c:v>
                </c:pt>
                <c:pt idx="4">
                  <c:v>-1.179838</c:v>
                </c:pt>
                <c:pt idx="5">
                  <c:v>-1.513754</c:v>
                </c:pt>
                <c:pt idx="6">
                  <c:v>0.003214</c:v>
                </c:pt>
                <c:pt idx="7">
                  <c:v>-0.147293</c:v>
                </c:pt>
                <c:pt idx="8">
                  <c:v>-0.135712</c:v>
                </c:pt>
                <c:pt idx="9">
                  <c:v>-1.513567</c:v>
                </c:pt>
                <c:pt idx="10">
                  <c:v>-1.545722</c:v>
                </c:pt>
                <c:pt idx="11">
                  <c:v>0.260248</c:v>
                </c:pt>
                <c:pt idx="12">
                  <c:v>0.278026</c:v>
                </c:pt>
                <c:pt idx="13">
                  <c:v>-0.635776</c:v>
                </c:pt>
                <c:pt idx="14">
                  <c:v>-0.155224</c:v>
                </c:pt>
                <c:pt idx="15">
                  <c:v>-0.765239</c:v>
                </c:pt>
                <c:pt idx="16">
                  <c:v>-0.771272</c:v>
                </c:pt>
                <c:pt idx="17">
                  <c:v>0.761239</c:v>
                </c:pt>
                <c:pt idx="18">
                  <c:v>-1.72748</c:v>
                </c:pt>
                <c:pt idx="19">
                  <c:v>-1.74838</c:v>
                </c:pt>
                <c:pt idx="20">
                  <c:v>0.673986</c:v>
                </c:pt>
                <c:pt idx="21">
                  <c:v>0.157195</c:v>
                </c:pt>
                <c:pt idx="22">
                  <c:v>-0.14434</c:v>
                </c:pt>
                <c:pt idx="23">
                  <c:v>-1.277662</c:v>
                </c:pt>
                <c:pt idx="24">
                  <c:v>-0.439925</c:v>
                </c:pt>
                <c:pt idx="25">
                  <c:v>-0.702692</c:v>
                </c:pt>
                <c:pt idx="26">
                  <c:v>-0.222336</c:v>
                </c:pt>
                <c:pt idx="27">
                  <c:v>-0.871071</c:v>
                </c:pt>
                <c:pt idx="28">
                  <c:v>1.152018</c:v>
                </c:pt>
                <c:pt idx="29">
                  <c:v>-0.308791</c:v>
                </c:pt>
                <c:pt idx="30">
                  <c:v>-0.568177</c:v>
                </c:pt>
                <c:pt idx="31">
                  <c:v>-1.343212</c:v>
                </c:pt>
                <c:pt idx="32">
                  <c:v>0.074717</c:v>
                </c:pt>
                <c:pt idx="33">
                  <c:v>-0.760974</c:v>
                </c:pt>
                <c:pt idx="34">
                  <c:v>-0.259183</c:v>
                </c:pt>
                <c:pt idx="35">
                  <c:v>0.2667</c:v>
                </c:pt>
                <c:pt idx="36">
                  <c:v>0.591553</c:v>
                </c:pt>
                <c:pt idx="37">
                  <c:v>0.722207</c:v>
                </c:pt>
                <c:pt idx="38">
                  <c:v>0.955035</c:v>
                </c:pt>
                <c:pt idx="39">
                  <c:v>-0.538118</c:v>
                </c:pt>
                <c:pt idx="40">
                  <c:v>0.024925</c:v>
                </c:pt>
                <c:pt idx="41">
                  <c:v>0.047797</c:v>
                </c:pt>
                <c:pt idx="42">
                  <c:v>-1.459282</c:v>
                </c:pt>
                <c:pt idx="43">
                  <c:v>-0.579783</c:v>
                </c:pt>
                <c:pt idx="44">
                  <c:v>0.342347</c:v>
                </c:pt>
                <c:pt idx="45">
                  <c:v>0.988413</c:v>
                </c:pt>
                <c:pt idx="46">
                  <c:v>0.099138</c:v>
                </c:pt>
                <c:pt idx="47">
                  <c:v>-1.000077</c:v>
                </c:pt>
                <c:pt idx="48">
                  <c:v>0.684033</c:v>
                </c:pt>
                <c:pt idx="49">
                  <c:v>-0.756012</c:v>
                </c:pt>
                <c:pt idx="50">
                  <c:v>-1.659341</c:v>
                </c:pt>
                <c:pt idx="51">
                  <c:v>-0.4814</c:v>
                </c:pt>
                <c:pt idx="52">
                  <c:v>-0.672068</c:v>
                </c:pt>
                <c:pt idx="53">
                  <c:v>-0.511255</c:v>
                </c:pt>
                <c:pt idx="54">
                  <c:v>-1.02361</c:v>
                </c:pt>
                <c:pt idx="55">
                  <c:v>0.002924</c:v>
                </c:pt>
                <c:pt idx="56">
                  <c:v>0.495263</c:v>
                </c:pt>
                <c:pt idx="57">
                  <c:v>-1.754098</c:v>
                </c:pt>
                <c:pt idx="58">
                  <c:v>-0.672717</c:v>
                </c:pt>
                <c:pt idx="59">
                  <c:v>-1.230444</c:v>
                </c:pt>
                <c:pt idx="60">
                  <c:v>-0.334937</c:v>
                </c:pt>
                <c:pt idx="61">
                  <c:v>-1.243125</c:v>
                </c:pt>
                <c:pt idx="62">
                  <c:v>-0.298258</c:v>
                </c:pt>
                <c:pt idx="63">
                  <c:v>0.514002</c:v>
                </c:pt>
                <c:pt idx="64">
                  <c:v>-0.07463</c:v>
                </c:pt>
                <c:pt idx="65">
                  <c:v>-0.683088</c:v>
                </c:pt>
                <c:pt idx="66">
                  <c:v>-0.9496</c:v>
                </c:pt>
                <c:pt idx="67">
                  <c:v>-0.748375</c:v>
                </c:pt>
                <c:pt idx="68">
                  <c:v>-0.052179</c:v>
                </c:pt>
                <c:pt idx="69">
                  <c:v>0.302978</c:v>
                </c:pt>
                <c:pt idx="70">
                  <c:v>-0.915995</c:v>
                </c:pt>
                <c:pt idx="71">
                  <c:v>-0.39215</c:v>
                </c:pt>
                <c:pt idx="72">
                  <c:v>-0.231342</c:v>
                </c:pt>
                <c:pt idx="73">
                  <c:v>0.105978</c:v>
                </c:pt>
                <c:pt idx="74">
                  <c:v>-0.078897</c:v>
                </c:pt>
                <c:pt idx="75">
                  <c:v>-2.165973</c:v>
                </c:pt>
                <c:pt idx="76">
                  <c:v>-1.519967</c:v>
                </c:pt>
                <c:pt idx="77">
                  <c:v>1.027109</c:v>
                </c:pt>
                <c:pt idx="78">
                  <c:v>-0.223542</c:v>
                </c:pt>
                <c:pt idx="79">
                  <c:v>-1.264989</c:v>
                </c:pt>
                <c:pt idx="80">
                  <c:v>1.037337</c:v>
                </c:pt>
                <c:pt idx="81">
                  <c:v>-0.699939</c:v>
                </c:pt>
                <c:pt idx="82">
                  <c:v>-0.999533</c:v>
                </c:pt>
                <c:pt idx="83">
                  <c:v>-0.225012</c:v>
                </c:pt>
                <c:pt idx="84">
                  <c:v>0.159415</c:v>
                </c:pt>
                <c:pt idx="85">
                  <c:v>0.094763</c:v>
                </c:pt>
                <c:pt idx="86">
                  <c:v>0.276388</c:v>
                </c:pt>
                <c:pt idx="87">
                  <c:v>-0.332373</c:v>
                </c:pt>
                <c:pt idx="88">
                  <c:v>-1.346487</c:v>
                </c:pt>
                <c:pt idx="89">
                  <c:v>0.329338</c:v>
                </c:pt>
                <c:pt idx="90">
                  <c:v>-1.049144</c:v>
                </c:pt>
                <c:pt idx="91">
                  <c:v>-0.586477</c:v>
                </c:pt>
                <c:pt idx="92">
                  <c:v>-0.060861</c:v>
                </c:pt>
                <c:pt idx="93">
                  <c:v>0.3934</c:v>
                </c:pt>
                <c:pt idx="94">
                  <c:v>-0.617409</c:v>
                </c:pt>
                <c:pt idx="95">
                  <c:v>-1.274353</c:v>
                </c:pt>
                <c:pt idx="96">
                  <c:v>0.535397</c:v>
                </c:pt>
                <c:pt idx="97">
                  <c:v>-0.19238</c:v>
                </c:pt>
                <c:pt idx="98">
                  <c:v>-0.106463</c:v>
                </c:pt>
                <c:pt idx="99">
                  <c:v>0.212528</c:v>
                </c:pt>
                <c:pt idx="100">
                  <c:v>-1.345466</c:v>
                </c:pt>
                <c:pt idx="101">
                  <c:v>-0.961292</c:v>
                </c:pt>
                <c:pt idx="102">
                  <c:v>0.093355</c:v>
                </c:pt>
                <c:pt idx="103">
                  <c:v>0.800704</c:v>
                </c:pt>
                <c:pt idx="104">
                  <c:v>0.444199</c:v>
                </c:pt>
                <c:pt idx="105">
                  <c:v>0.417716</c:v>
                </c:pt>
                <c:pt idx="106">
                  <c:v>0.831123</c:v>
                </c:pt>
                <c:pt idx="107">
                  <c:v>0.662357</c:v>
                </c:pt>
                <c:pt idx="108">
                  <c:v>-1.501593</c:v>
                </c:pt>
                <c:pt idx="109">
                  <c:v>1.001613</c:v>
                </c:pt>
                <c:pt idx="110">
                  <c:v>-0.033547</c:v>
                </c:pt>
                <c:pt idx="111">
                  <c:v>0.272762</c:v>
                </c:pt>
                <c:pt idx="112">
                  <c:v>-1.320256</c:v>
                </c:pt>
                <c:pt idx="113">
                  <c:v>0.703423</c:v>
                </c:pt>
                <c:pt idx="114">
                  <c:v>0.59661</c:v>
                </c:pt>
                <c:pt idx="115">
                  <c:v>0.379461</c:v>
                </c:pt>
                <c:pt idx="116">
                  <c:v>0.957945</c:v>
                </c:pt>
                <c:pt idx="117">
                  <c:v>1.165212</c:v>
                </c:pt>
                <c:pt idx="118">
                  <c:v>-0.409174</c:v>
                </c:pt>
                <c:pt idx="119">
                  <c:v>-0.002129</c:v>
                </c:pt>
                <c:pt idx="120">
                  <c:v>0.7863</c:v>
                </c:pt>
                <c:pt idx="121">
                  <c:v>-0.26403</c:v>
                </c:pt>
                <c:pt idx="122">
                  <c:v>-1.028454</c:v>
                </c:pt>
                <c:pt idx="123">
                  <c:v>-0.473175</c:v>
                </c:pt>
                <c:pt idx="124">
                  <c:v>0.249934</c:v>
                </c:pt>
                <c:pt idx="125">
                  <c:v>-0.796762</c:v>
                </c:pt>
                <c:pt idx="126">
                  <c:v>-0.939369</c:v>
                </c:pt>
                <c:pt idx="127">
                  <c:v>-1.06342</c:v>
                </c:pt>
                <c:pt idx="128">
                  <c:v>-0.04102</c:v>
                </c:pt>
                <c:pt idx="129">
                  <c:v>-0.320306</c:v>
                </c:pt>
                <c:pt idx="130">
                  <c:v>-0.382581</c:v>
                </c:pt>
                <c:pt idx="131">
                  <c:v>-0.021938</c:v>
                </c:pt>
                <c:pt idx="132">
                  <c:v>-0.56939</c:v>
                </c:pt>
                <c:pt idx="133">
                  <c:v>0.082653</c:v>
                </c:pt>
                <c:pt idx="134">
                  <c:v>0.521766</c:v>
                </c:pt>
                <c:pt idx="135">
                  <c:v>0.2289</c:v>
                </c:pt>
                <c:pt idx="136">
                  <c:v>-0.13293</c:v>
                </c:pt>
                <c:pt idx="137">
                  <c:v>0.489548</c:v>
                </c:pt>
                <c:pt idx="138">
                  <c:v>0.366429</c:v>
                </c:pt>
                <c:pt idx="139">
                  <c:v>-0.45104</c:v>
                </c:pt>
                <c:pt idx="140">
                  <c:v>-0.960775</c:v>
                </c:pt>
                <c:pt idx="141">
                  <c:v>-1.220425</c:v>
                </c:pt>
                <c:pt idx="142">
                  <c:v>1.054098</c:v>
                </c:pt>
                <c:pt idx="143">
                  <c:v>0.799934</c:v>
                </c:pt>
                <c:pt idx="144">
                  <c:v>1.525043</c:v>
                </c:pt>
                <c:pt idx="145">
                  <c:v>-0.058548</c:v>
                </c:pt>
                <c:pt idx="146">
                  <c:v>0.356518</c:v>
                </c:pt>
                <c:pt idx="147">
                  <c:v>-0.598119</c:v>
                </c:pt>
                <c:pt idx="148">
                  <c:v>-0.076433</c:v>
                </c:pt>
                <c:pt idx="149">
                  <c:v>-0.13794</c:v>
                </c:pt>
                <c:pt idx="150">
                  <c:v>0.663843</c:v>
                </c:pt>
                <c:pt idx="151">
                  <c:v>-0.583897</c:v>
                </c:pt>
                <c:pt idx="152">
                  <c:v>-0.583444</c:v>
                </c:pt>
                <c:pt idx="153">
                  <c:v>-0.55008</c:v>
                </c:pt>
                <c:pt idx="154">
                  <c:v>-1.020594</c:v>
                </c:pt>
                <c:pt idx="155">
                  <c:v>-1.589164</c:v>
                </c:pt>
                <c:pt idx="156">
                  <c:v>-0.805993</c:v>
                </c:pt>
                <c:pt idx="157">
                  <c:v>-1.845511</c:v>
                </c:pt>
                <c:pt idx="158">
                  <c:v>-0.386835</c:v>
                </c:pt>
                <c:pt idx="159">
                  <c:v>-0.154065</c:v>
                </c:pt>
                <c:pt idx="160">
                  <c:v>-1.313826</c:v>
                </c:pt>
                <c:pt idx="161">
                  <c:v>0.727212</c:v>
                </c:pt>
                <c:pt idx="162">
                  <c:v>-0.00882</c:v>
                </c:pt>
                <c:pt idx="163">
                  <c:v>-1.467872</c:v>
                </c:pt>
                <c:pt idx="164">
                  <c:v>1.078367</c:v>
                </c:pt>
                <c:pt idx="165">
                  <c:v>-1.04663</c:v>
                </c:pt>
                <c:pt idx="166">
                  <c:v>-2.177575</c:v>
                </c:pt>
                <c:pt idx="167">
                  <c:v>-0.338702</c:v>
                </c:pt>
                <c:pt idx="168">
                  <c:v>-0.27081</c:v>
                </c:pt>
                <c:pt idx="169">
                  <c:v>0.465774</c:v>
                </c:pt>
                <c:pt idx="170">
                  <c:v>-0.737289</c:v>
                </c:pt>
                <c:pt idx="171">
                  <c:v>0.599963</c:v>
                </c:pt>
                <c:pt idx="172">
                  <c:v>-1.183608</c:v>
                </c:pt>
                <c:pt idx="173">
                  <c:v>1.530585</c:v>
                </c:pt>
                <c:pt idx="174">
                  <c:v>-1.733653</c:v>
                </c:pt>
                <c:pt idx="175">
                  <c:v>0.79769</c:v>
                </c:pt>
                <c:pt idx="176">
                  <c:v>-0.011928</c:v>
                </c:pt>
                <c:pt idx="177">
                  <c:v>-0.172955</c:v>
                </c:pt>
                <c:pt idx="178">
                  <c:v>0.673922</c:v>
                </c:pt>
                <c:pt idx="179">
                  <c:v>0.583332</c:v>
                </c:pt>
                <c:pt idx="180">
                  <c:v>-0.860579</c:v>
                </c:pt>
                <c:pt idx="181">
                  <c:v>-1.159565</c:v>
                </c:pt>
                <c:pt idx="182">
                  <c:v>0.346306</c:v>
                </c:pt>
                <c:pt idx="183">
                  <c:v>-1.403267</c:v>
                </c:pt>
                <c:pt idx="184">
                  <c:v>0.027797</c:v>
                </c:pt>
                <c:pt idx="185">
                  <c:v>-1.187345</c:v>
                </c:pt>
                <c:pt idx="186">
                  <c:v>1.568504</c:v>
                </c:pt>
                <c:pt idx="187">
                  <c:v>0.934811</c:v>
                </c:pt>
                <c:pt idx="188">
                  <c:v>-1.856702</c:v>
                </c:pt>
                <c:pt idx="189">
                  <c:v>0.110876</c:v>
                </c:pt>
                <c:pt idx="190">
                  <c:v>-0.053853</c:v>
                </c:pt>
                <c:pt idx="191">
                  <c:v>-1.066757</c:v>
                </c:pt>
                <c:pt idx="192">
                  <c:v>-0.078624</c:v>
                </c:pt>
                <c:pt idx="193">
                  <c:v>-1.588371</c:v>
                </c:pt>
                <c:pt idx="194">
                  <c:v>-1.189832</c:v>
                </c:pt>
                <c:pt idx="195">
                  <c:v>-0.004326</c:v>
                </c:pt>
                <c:pt idx="196">
                  <c:v>-1.307877</c:v>
                </c:pt>
                <c:pt idx="197">
                  <c:v>0.338834</c:v>
                </c:pt>
                <c:pt idx="198">
                  <c:v>-0.925228</c:v>
                </c:pt>
                <c:pt idx="199">
                  <c:v>-1.09671</c:v>
                </c:pt>
                <c:pt idx="200">
                  <c:v>0.406779</c:v>
                </c:pt>
                <c:pt idx="201">
                  <c:v>-0.363676</c:v>
                </c:pt>
                <c:pt idx="202">
                  <c:v>-0.17198</c:v>
                </c:pt>
                <c:pt idx="203">
                  <c:v>-0.566572</c:v>
                </c:pt>
                <c:pt idx="204">
                  <c:v>1.391259</c:v>
                </c:pt>
                <c:pt idx="205">
                  <c:v>0.153877</c:v>
                </c:pt>
                <c:pt idx="206">
                  <c:v>-0.207281</c:v>
                </c:pt>
                <c:pt idx="207">
                  <c:v>0.071284</c:v>
                </c:pt>
                <c:pt idx="208">
                  <c:v>1.954189</c:v>
                </c:pt>
                <c:pt idx="209">
                  <c:v>3.056225</c:v>
                </c:pt>
                <c:pt idx="210">
                  <c:v>2.407727</c:v>
                </c:pt>
                <c:pt idx="211">
                  <c:v>2.403916</c:v>
                </c:pt>
                <c:pt idx="212">
                  <c:v>1.106761</c:v>
                </c:pt>
                <c:pt idx="213">
                  <c:v>2.895706</c:v>
                </c:pt>
                <c:pt idx="214">
                  <c:v>3.922719</c:v>
                </c:pt>
                <c:pt idx="215">
                  <c:v>2.260352</c:v>
                </c:pt>
                <c:pt idx="216">
                  <c:v>2.54699</c:v>
                </c:pt>
                <c:pt idx="217">
                  <c:v>1.888224</c:v>
                </c:pt>
                <c:pt idx="218">
                  <c:v>2.939877</c:v>
                </c:pt>
                <c:pt idx="219">
                  <c:v>4.122755</c:v>
                </c:pt>
                <c:pt idx="220">
                  <c:v>1.809857</c:v>
                </c:pt>
                <c:pt idx="221">
                  <c:v>3.231495</c:v>
                </c:pt>
                <c:pt idx="222">
                  <c:v>2.91775</c:v>
                </c:pt>
                <c:pt idx="223">
                  <c:v>4.031913</c:v>
                </c:pt>
                <c:pt idx="224">
                  <c:v>2.479826</c:v>
                </c:pt>
                <c:pt idx="225">
                  <c:v>1.470555</c:v>
                </c:pt>
                <c:pt idx="226">
                  <c:v>2.039716</c:v>
                </c:pt>
                <c:pt idx="227">
                  <c:v>3.199544</c:v>
                </c:pt>
                <c:pt idx="228">
                  <c:v>1.891226</c:v>
                </c:pt>
                <c:pt idx="229">
                  <c:v>2.51875</c:v>
                </c:pt>
                <c:pt idx="230">
                  <c:v>1.180859</c:v>
                </c:pt>
                <c:pt idx="231">
                  <c:v>1.633343</c:v>
                </c:pt>
                <c:pt idx="232">
                  <c:v>3.120492</c:v>
                </c:pt>
                <c:pt idx="233">
                  <c:v>1.733451</c:v>
                </c:pt>
                <c:pt idx="234">
                  <c:v>3.384777</c:v>
                </c:pt>
                <c:pt idx="235">
                  <c:v>2.810595</c:v>
                </c:pt>
                <c:pt idx="236">
                  <c:v>1.646156</c:v>
                </c:pt>
                <c:pt idx="237">
                  <c:v>2.457245</c:v>
                </c:pt>
                <c:pt idx="238">
                  <c:v>1.404598</c:v>
                </c:pt>
                <c:pt idx="239">
                  <c:v>0.832477</c:v>
                </c:pt>
                <c:pt idx="240">
                  <c:v>2.814147</c:v>
                </c:pt>
                <c:pt idx="241">
                  <c:v>2.202798</c:v>
                </c:pt>
                <c:pt idx="242">
                  <c:v>3.610352</c:v>
                </c:pt>
                <c:pt idx="243">
                  <c:v>2.765672</c:v>
                </c:pt>
                <c:pt idx="244">
                  <c:v>2.466805</c:v>
                </c:pt>
                <c:pt idx="245">
                  <c:v>3.972827</c:v>
                </c:pt>
                <c:pt idx="246">
                  <c:v>3.823811</c:v>
                </c:pt>
                <c:pt idx="247">
                  <c:v>3.176956</c:v>
                </c:pt>
                <c:pt idx="248">
                  <c:v>2.338435</c:v>
                </c:pt>
                <c:pt idx="249">
                  <c:v>2.76548</c:v>
                </c:pt>
                <c:pt idx="250">
                  <c:v>3.608222</c:v>
                </c:pt>
                <c:pt idx="251">
                  <c:v>3.489211</c:v>
                </c:pt>
                <c:pt idx="252">
                  <c:v>2.851921</c:v>
                </c:pt>
                <c:pt idx="253">
                  <c:v>2.172519</c:v>
                </c:pt>
                <c:pt idx="254">
                  <c:v>1.659873</c:v>
                </c:pt>
                <c:pt idx="255">
                  <c:v>2.449538</c:v>
                </c:pt>
                <c:pt idx="256">
                  <c:v>2.386844</c:v>
                </c:pt>
                <c:pt idx="257">
                  <c:v>3.379968</c:v>
                </c:pt>
                <c:pt idx="258">
                  <c:v>2.834595</c:v>
                </c:pt>
                <c:pt idx="259">
                  <c:v>2.272119</c:v>
                </c:pt>
                <c:pt idx="260">
                  <c:v>3.620538</c:v>
                </c:pt>
                <c:pt idx="261">
                  <c:v>3.427353</c:v>
                </c:pt>
                <c:pt idx="262">
                  <c:v>1.520287</c:v>
                </c:pt>
                <c:pt idx="263">
                  <c:v>2.859424</c:v>
                </c:pt>
                <c:pt idx="264">
                  <c:v>4.974417</c:v>
                </c:pt>
                <c:pt idx="265">
                  <c:v>2.351519</c:v>
                </c:pt>
                <c:pt idx="266">
                  <c:v>2.828319</c:v>
                </c:pt>
                <c:pt idx="267">
                  <c:v>1.813638</c:v>
                </c:pt>
                <c:pt idx="268">
                  <c:v>3.380267</c:v>
                </c:pt>
                <c:pt idx="269">
                  <c:v>1.684286</c:v>
                </c:pt>
                <c:pt idx="270">
                  <c:v>3.221007</c:v>
                </c:pt>
                <c:pt idx="271">
                  <c:v>-1.243772</c:v>
                </c:pt>
                <c:pt idx="272">
                  <c:v>-0.239158</c:v>
                </c:pt>
                <c:pt idx="273">
                  <c:v>-0.033169</c:v>
                </c:pt>
                <c:pt idx="274">
                  <c:v>-2.884342</c:v>
                </c:pt>
                <c:pt idx="275">
                  <c:v>-0.64019</c:v>
                </c:pt>
                <c:pt idx="276">
                  <c:v>-1.443503</c:v>
                </c:pt>
                <c:pt idx="277">
                  <c:v>-1.467171</c:v>
                </c:pt>
                <c:pt idx="278">
                  <c:v>-0.603942</c:v>
                </c:pt>
                <c:pt idx="279">
                  <c:v>-1.653062</c:v>
                </c:pt>
                <c:pt idx="280">
                  <c:v>-1.508812</c:v>
                </c:pt>
                <c:pt idx="281">
                  <c:v>-0.412009</c:v>
                </c:pt>
                <c:pt idx="282">
                  <c:v>-1.747279</c:v>
                </c:pt>
                <c:pt idx="283">
                  <c:v>-0.84158</c:v>
                </c:pt>
                <c:pt idx="284">
                  <c:v>-2.37091</c:v>
                </c:pt>
                <c:pt idx="285">
                  <c:v>-1.280936</c:v>
                </c:pt>
                <c:pt idx="286">
                  <c:v>-1.636114</c:v>
                </c:pt>
                <c:pt idx="287">
                  <c:v>-1.703779</c:v>
                </c:pt>
                <c:pt idx="288">
                  <c:v>-1.583418</c:v>
                </c:pt>
                <c:pt idx="289">
                  <c:v>-1.110549</c:v>
                </c:pt>
                <c:pt idx="290">
                  <c:v>-0.711298</c:v>
                </c:pt>
                <c:pt idx="291">
                  <c:v>-1.800687</c:v>
                </c:pt>
                <c:pt idx="292">
                  <c:v>0.819496</c:v>
                </c:pt>
                <c:pt idx="293">
                  <c:v>-1.520985</c:v>
                </c:pt>
                <c:pt idx="294">
                  <c:v>-1.862941</c:v>
                </c:pt>
                <c:pt idx="295">
                  <c:v>0.855975</c:v>
                </c:pt>
                <c:pt idx="296">
                  <c:v>-1.741999</c:v>
                </c:pt>
                <c:pt idx="297">
                  <c:v>-1.082524</c:v>
                </c:pt>
                <c:pt idx="298">
                  <c:v>-0.336794</c:v>
                </c:pt>
                <c:pt idx="299">
                  <c:v>-1.717218</c:v>
                </c:pt>
                <c:pt idx="300">
                  <c:v>-0.678873</c:v>
                </c:pt>
                <c:pt idx="301">
                  <c:v>-1.611904</c:v>
                </c:pt>
                <c:pt idx="302">
                  <c:v>0.25272</c:v>
                </c:pt>
                <c:pt idx="303">
                  <c:v>-0.575768</c:v>
                </c:pt>
                <c:pt idx="304">
                  <c:v>-1.777156</c:v>
                </c:pt>
                <c:pt idx="305">
                  <c:v>0.173773</c:v>
                </c:pt>
                <c:pt idx="306">
                  <c:v>-1.964988</c:v>
                </c:pt>
                <c:pt idx="307">
                  <c:v>-1.256394</c:v>
                </c:pt>
                <c:pt idx="308">
                  <c:v>-0.162782</c:v>
                </c:pt>
                <c:pt idx="309">
                  <c:v>-1.780417</c:v>
                </c:pt>
                <c:pt idx="310">
                  <c:v>-2.236524</c:v>
                </c:pt>
                <c:pt idx="311">
                  <c:v>-0.658101</c:v>
                </c:pt>
                <c:pt idx="312">
                  <c:v>-0.894826</c:v>
                </c:pt>
                <c:pt idx="313">
                  <c:v>-2.367958</c:v>
                </c:pt>
                <c:pt idx="314">
                  <c:v>-1.81544</c:v>
                </c:pt>
                <c:pt idx="315">
                  <c:v>-1.559846</c:v>
                </c:pt>
                <c:pt idx="316">
                  <c:v>-2.407026</c:v>
                </c:pt>
                <c:pt idx="317">
                  <c:v>-1.06296</c:v>
                </c:pt>
                <c:pt idx="318">
                  <c:v>-2.144147</c:v>
                </c:pt>
                <c:pt idx="319">
                  <c:v>-1.746358</c:v>
                </c:pt>
                <c:pt idx="320">
                  <c:v>-1.951497</c:v>
                </c:pt>
                <c:pt idx="321">
                  <c:v>-0.528704</c:v>
                </c:pt>
                <c:pt idx="322">
                  <c:v>-1.421828</c:v>
                </c:pt>
                <c:pt idx="323">
                  <c:v>-1.195444</c:v>
                </c:pt>
                <c:pt idx="324">
                  <c:v>-1.864952</c:v>
                </c:pt>
                <c:pt idx="325">
                  <c:v>-3.477296</c:v>
                </c:pt>
                <c:pt idx="326">
                  <c:v>-2.098152</c:v>
                </c:pt>
                <c:pt idx="327">
                  <c:v>0.3542</c:v>
                </c:pt>
                <c:pt idx="328">
                  <c:v>-1.063492</c:v>
                </c:pt>
                <c:pt idx="329">
                  <c:v>-2.330902</c:v>
                </c:pt>
                <c:pt idx="330">
                  <c:v>-0.44115</c:v>
                </c:pt>
                <c:pt idx="331">
                  <c:v>0.204649</c:v>
                </c:pt>
                <c:pt idx="332">
                  <c:v>-1.484522</c:v>
                </c:pt>
                <c:pt idx="333">
                  <c:v>-1.388084</c:v>
                </c:pt>
                <c:pt idx="334">
                  <c:v>-1.860499</c:v>
                </c:pt>
                <c:pt idx="335">
                  <c:v>-1.720767</c:v>
                </c:pt>
                <c:pt idx="336">
                  <c:v>-2.268888</c:v>
                </c:pt>
                <c:pt idx="337">
                  <c:v>-1.386191</c:v>
                </c:pt>
                <c:pt idx="338">
                  <c:v>-2.769634</c:v>
                </c:pt>
                <c:pt idx="339">
                  <c:v>-0.69125</c:v>
                </c:pt>
                <c:pt idx="340">
                  <c:v>-2.007471</c:v>
                </c:pt>
                <c:pt idx="341">
                  <c:v>-1.614445</c:v>
                </c:pt>
                <c:pt idx="342">
                  <c:v>-1.802006</c:v>
                </c:pt>
                <c:pt idx="343">
                  <c:v>-1.503469</c:v>
                </c:pt>
                <c:pt idx="344">
                  <c:v>-0.423563</c:v>
                </c:pt>
                <c:pt idx="345">
                  <c:v>-0.434257</c:v>
                </c:pt>
                <c:pt idx="346">
                  <c:v>-3.058597</c:v>
                </c:pt>
                <c:pt idx="347">
                  <c:v>0.380202</c:v>
                </c:pt>
                <c:pt idx="348">
                  <c:v>-0.907715</c:v>
                </c:pt>
                <c:pt idx="349">
                  <c:v>-1.84715</c:v>
                </c:pt>
                <c:pt idx="350">
                  <c:v>-1.306935</c:v>
                </c:pt>
                <c:pt idx="351">
                  <c:v>-0.705351</c:v>
                </c:pt>
                <c:pt idx="352">
                  <c:v>-2.296404</c:v>
                </c:pt>
                <c:pt idx="353">
                  <c:v>-0.669604</c:v>
                </c:pt>
                <c:pt idx="354">
                  <c:v>-1.42027</c:v>
                </c:pt>
                <c:pt idx="355">
                  <c:v>-1.491523</c:v>
                </c:pt>
                <c:pt idx="356">
                  <c:v>-1.495486</c:v>
                </c:pt>
                <c:pt idx="357">
                  <c:v>0.745503</c:v>
                </c:pt>
                <c:pt idx="358">
                  <c:v>0.149317</c:v>
                </c:pt>
              </c:numCache>
            </c:numRef>
          </c:xVal>
          <c:yVal>
            <c:numRef>
              <c:f>Sheet1!$E$2:$E$360</c:f>
              <c:numCache>
                <c:formatCode>General</c:formatCode>
                <c:ptCount val="359"/>
                <c:pt idx="271">
                  <c:v>2.700701</c:v>
                </c:pt>
                <c:pt idx="272">
                  <c:v>1.624128</c:v>
                </c:pt>
                <c:pt idx="273">
                  <c:v>0.779208</c:v>
                </c:pt>
                <c:pt idx="274">
                  <c:v>1.430654</c:v>
                </c:pt>
                <c:pt idx="275">
                  <c:v>0.903098</c:v>
                </c:pt>
                <c:pt idx="276">
                  <c:v>1.427961</c:v>
                </c:pt>
                <c:pt idx="277">
                  <c:v>0.97521</c:v>
                </c:pt>
                <c:pt idx="278">
                  <c:v>1.100821</c:v>
                </c:pt>
                <c:pt idx="279">
                  <c:v>1.504752</c:v>
                </c:pt>
                <c:pt idx="280">
                  <c:v>-0.076992</c:v>
                </c:pt>
                <c:pt idx="281">
                  <c:v>1.486343</c:v>
                </c:pt>
                <c:pt idx="282">
                  <c:v>-0.323764</c:v>
                </c:pt>
                <c:pt idx="283">
                  <c:v>0.587387</c:v>
                </c:pt>
                <c:pt idx="284">
                  <c:v>1.415578</c:v>
                </c:pt>
                <c:pt idx="285">
                  <c:v>1.252607</c:v>
                </c:pt>
                <c:pt idx="286">
                  <c:v>0.698507</c:v>
                </c:pt>
                <c:pt idx="287">
                  <c:v>0.316774</c:v>
                </c:pt>
                <c:pt idx="288">
                  <c:v>0.726903</c:v>
                </c:pt>
                <c:pt idx="289">
                  <c:v>0.792493</c:v>
                </c:pt>
                <c:pt idx="290">
                  <c:v>0.062653</c:v>
                </c:pt>
                <c:pt idx="291">
                  <c:v>0.975359</c:v>
                </c:pt>
                <c:pt idx="292">
                  <c:v>3.647222</c:v>
                </c:pt>
                <c:pt idx="293">
                  <c:v>0.244788</c:v>
                </c:pt>
                <c:pt idx="294">
                  <c:v>0.051256</c:v>
                </c:pt>
                <c:pt idx="295">
                  <c:v>4.499514</c:v>
                </c:pt>
                <c:pt idx="296">
                  <c:v>-0.131333</c:v>
                </c:pt>
                <c:pt idx="297">
                  <c:v>0.068468</c:v>
                </c:pt>
                <c:pt idx="298">
                  <c:v>1.234507</c:v>
                </c:pt>
                <c:pt idx="299">
                  <c:v>0.800967</c:v>
                </c:pt>
                <c:pt idx="300">
                  <c:v>0.5306</c:v>
                </c:pt>
                <c:pt idx="301">
                  <c:v>0.019564</c:v>
                </c:pt>
                <c:pt idx="302">
                  <c:v>4.020554</c:v>
                </c:pt>
                <c:pt idx="303">
                  <c:v>1.067465</c:v>
                </c:pt>
                <c:pt idx="304">
                  <c:v>1.778629</c:v>
                </c:pt>
                <c:pt idx="305">
                  <c:v>0.965686</c:v>
                </c:pt>
                <c:pt idx="306">
                  <c:v>0.749666</c:v>
                </c:pt>
                <c:pt idx="307">
                  <c:v>0.021561</c:v>
                </c:pt>
                <c:pt idx="308">
                  <c:v>1.0621</c:v>
                </c:pt>
                <c:pt idx="309">
                  <c:v>1.388362</c:v>
                </c:pt>
                <c:pt idx="310">
                  <c:v>2.108087</c:v>
                </c:pt>
                <c:pt idx="311">
                  <c:v>1.277514</c:v>
                </c:pt>
                <c:pt idx="312">
                  <c:v>1.01875</c:v>
                </c:pt>
                <c:pt idx="313">
                  <c:v>1.81028</c:v>
                </c:pt>
                <c:pt idx="314">
                  <c:v>0.010964</c:v>
                </c:pt>
                <c:pt idx="315">
                  <c:v>1.775999</c:v>
                </c:pt>
                <c:pt idx="316">
                  <c:v>3.827507</c:v>
                </c:pt>
                <c:pt idx="317">
                  <c:v>1.68738</c:v>
                </c:pt>
                <c:pt idx="318">
                  <c:v>1.91256</c:v>
                </c:pt>
                <c:pt idx="319">
                  <c:v>1.066338</c:v>
                </c:pt>
                <c:pt idx="320">
                  <c:v>1.209432</c:v>
                </c:pt>
                <c:pt idx="321">
                  <c:v>0.699437</c:v>
                </c:pt>
                <c:pt idx="322">
                  <c:v>-0.268342</c:v>
                </c:pt>
                <c:pt idx="323">
                  <c:v>0.379874</c:v>
                </c:pt>
                <c:pt idx="324">
                  <c:v>1.420199</c:v>
                </c:pt>
                <c:pt idx="325">
                  <c:v>2.559471</c:v>
                </c:pt>
                <c:pt idx="326">
                  <c:v>0.468022</c:v>
                </c:pt>
                <c:pt idx="327">
                  <c:v>1.293629</c:v>
                </c:pt>
                <c:pt idx="328">
                  <c:v>3.367711</c:v>
                </c:pt>
                <c:pt idx="329">
                  <c:v>0.495964</c:v>
                </c:pt>
                <c:pt idx="330">
                  <c:v>0.428163</c:v>
                </c:pt>
                <c:pt idx="331">
                  <c:v>2.064922</c:v>
                </c:pt>
                <c:pt idx="332">
                  <c:v>0.359087</c:v>
                </c:pt>
                <c:pt idx="333">
                  <c:v>-0.058095</c:v>
                </c:pt>
                <c:pt idx="334">
                  <c:v>0.584103</c:v>
                </c:pt>
                <c:pt idx="335">
                  <c:v>0.411328</c:v>
                </c:pt>
                <c:pt idx="336">
                  <c:v>0.767613</c:v>
                </c:pt>
                <c:pt idx="337">
                  <c:v>0.934018</c:v>
                </c:pt>
                <c:pt idx="338">
                  <c:v>2.917411</c:v>
                </c:pt>
                <c:pt idx="339">
                  <c:v>0.415885</c:v>
                </c:pt>
                <c:pt idx="340">
                  <c:v>1.081282</c:v>
                </c:pt>
                <c:pt idx="341">
                  <c:v>0.062277</c:v>
                </c:pt>
                <c:pt idx="342">
                  <c:v>1.784618</c:v>
                </c:pt>
                <c:pt idx="343">
                  <c:v>0.355891</c:v>
                </c:pt>
                <c:pt idx="344">
                  <c:v>1.318438</c:v>
                </c:pt>
                <c:pt idx="345">
                  <c:v>0.564777</c:v>
                </c:pt>
                <c:pt idx="346">
                  <c:v>2.785549</c:v>
                </c:pt>
                <c:pt idx="347">
                  <c:v>1.85109</c:v>
                </c:pt>
                <c:pt idx="348">
                  <c:v>0.23802</c:v>
                </c:pt>
                <c:pt idx="349">
                  <c:v>-0.187103</c:v>
                </c:pt>
                <c:pt idx="350">
                  <c:v>0.409938</c:v>
                </c:pt>
                <c:pt idx="351">
                  <c:v>0.650808</c:v>
                </c:pt>
                <c:pt idx="352">
                  <c:v>0.46543</c:v>
                </c:pt>
                <c:pt idx="353">
                  <c:v>1.03084</c:v>
                </c:pt>
                <c:pt idx="354">
                  <c:v>1.603158</c:v>
                </c:pt>
                <c:pt idx="355">
                  <c:v>0.471061</c:v>
                </c:pt>
                <c:pt idx="356">
                  <c:v>-0.276684</c:v>
                </c:pt>
                <c:pt idx="357">
                  <c:v>2.086124</c:v>
                </c:pt>
                <c:pt idx="358">
                  <c:v>1.309273</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
          <c:min val="-3"/>
        </c:scaling>
        <c:delete val="0"/>
        <c:axPos val="b"/>
        <c:title>
          <c:tx>
            <c:rich>
              <a:bodyPr/>
              <a:lstStyle/>
              <a:p>
                <a:pPr>
                  <a:defRPr sz="1100" b="0" i="0" u="none" strike="noStrike">
                    <a:solidFill>
                      <a:srgbClr val="B8B0AC"/>
                    </a:solidFill>
                    <a:latin typeface="Calibri"/>
                  </a:defRPr>
                </a:pPr>
                <a:r>
                  <a:rPr sz="1100" b="0" i="0" u="none" strike="noStrike">
                    <a:solidFill>
                      <a:srgbClr val="B8B0AC"/>
                    </a:solidFill>
                    <a:latin typeface="Calibri"/>
                  </a:rPr>
                  <a:t>PC1</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B8B0AC"/>
                </a:solidFill>
                <a:latin typeface="Calibri"/>
              </a:defRPr>
            </a:pPr>
            <a:endParaRPr lang="en-US"/>
          </a:p>
        </c:txPr>
        <c:crossAx val="2094734552"/>
        <c:crosses val="autoZero"/>
        <c:auto val="1"/>
        <c:lblAlgn val="ctr"/>
        <c:noMultiLvlLbl val="1"/>
      </c:valAx>
      <c:valAx>
        <c:axId val="2094734552"/>
        <c:scaling>
          <c:orientation val="minMax"/>
          <c:max val="6"/>
          <c:min val="-4"/>
        </c:scaling>
        <c:delete val="0"/>
        <c:axPos val="l"/>
        <c:majorGridlines>
          <c:spPr>
            <a:ln w="6350" cap="flat">
              <a:solidFill>
                <a:srgbClr val="3A3A3D"/>
              </a:solidFill>
              <a:prstDash val="solid"/>
              <a:round/>
            </a:ln>
          </c:spPr>
        </c:majorGridlines>
        <c:title>
          <c:tx>
            <c:rich>
              <a:bodyPr/>
              <a:lstStyle/>
              <a:p>
                <a:pPr>
                  <a:defRPr sz="1100" b="0" i="0" u="none" strike="noStrike">
                    <a:solidFill>
                      <a:srgbClr val="B8B0AC"/>
                    </a:solidFill>
                    <a:latin typeface="Calibri"/>
                  </a:defRPr>
                </a:pPr>
                <a:r>
                  <a:rPr sz="1100" b="0" i="0" u="none" strike="noStrike">
                    <a:solidFill>
                      <a:srgbClr val="B8B0AC"/>
                    </a:solidFill>
                    <a:latin typeface="Calibri"/>
                  </a:rPr>
                  <a:t>PC2</a:t>
                </a:r>
              </a:p>
            </c:rich>
          </c:tx>
          <c:layout/>
          <c:overlay val="0"/>
        </c:title>
        <c:numFmt formatCode="General" sourceLinked="0"/>
        <c:majorTickMark val="none"/>
        <c:minorTickMark val="none"/>
        <c:tickLblPos val="low"/>
        <c:spPr>
          <a:ln w="12700" cap="flat">
            <a:solidFill>
              <a:srgbClr val="888888"/>
            </a:solidFill>
            <a:prstDash val="solid"/>
            <a:round/>
          </a:ln>
        </c:spPr>
        <c:txPr>
          <a:bodyPr/>
          <a:lstStyle/>
          <a:p>
            <a:pPr>
              <a:defRPr sz="1000" b="0" i="0" u="none" strike="noStrike">
                <a:solidFill>
                  <a:srgbClr val="B8B0AC"/>
                </a:solidFill>
                <a:latin typeface="Calibri"/>
              </a:defRPr>
            </a:pPr>
            <a:endParaRPr lang="en-US"/>
          </a:p>
        </c:txPr>
        <c:crossAx val="2094734554"/>
        <c:crosses val="autoZero"/>
        <c:crossBetween val="midCat"/>
      </c:valAx>
      <c:spPr>
        <a:solidFill>
          <a:srgbClr val="0E0D10"/>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Ask who attended Workshop 1. Today extends the question, code, chart, story pattern. We will introduce four tools, then spend most of the session changing models and interpreting results.
Sources: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Machine learning fits patterns using examples. In supervised learning, examples contain an outcome. In unsupervised learning, the task is to find structure. Contrast this with a manually chosen rule, but avoid implying that a fitted pattern establishes cause. Ask: what would the example rows be in each sport?
Sources:
https://scikit-learn.org/stable/tutorial/statistical_inference/supervised_learning.html
https://scikit-learn.org/stable/tutorial/statistical_inference/unsupervised_learning.html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Ask the room whether a target is available. The target is the outcome the model is asked to predict. K-Means has no supplied class label; PCA has no outcome target. Neither method should be graded by prediction accuracy in this descriptive workshop.
Sources:
https://scikit-learn.org/stable/tutorial/statistical_inference/supervised_learning.html
https://scikit-learn.org/stable/tutorial/statistical_inference/unsupervised_learning.html
https://scikit-learn.org/stable/modules/generated/sklearn.cluster.KMeans.html
https://scikit-learn.org/stable/modules/generated/sklearn.decomposition.PCA.html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Define only the vocabulary the notebooks use, then move on. Football: points scored and points allowed are what each team put up and gave up; rest is days since the last game. Soccer: a shot is an attempt, a goal is a shot that scores (roughly 1 in 10 in our test matches), and distance is a coordinate proxy rather than metres. Basketball: the six stats per 36 minutes are points, rebounds, assists, steals, blocks, and three-point attempts; per 36 rescales each stat to the same playing time so players with different minutes can be compared.
Sources:
https://github.com/nflverse/nfldata/blob/25cd9bb9587f693ef78ecb05e8b2ba1138b86f5d/data/games.csv
https://doi.org/10.6084/m9.figshare.7770599.v1
https://github.com/sportsdataverse/sportsdataverse-data/releases/tag/espn_nba_player_boxscores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These are the first three actual NFL rows in our prepared data. Features are information available before kickoff; the target is the final score we learn from during training. The previous-four averages reset each season and exclude the game itself. Full units and derivations are in DATA_DICTIONARY.md. Ask which column would disappear when predicting a game that has not happened yet.
Sources:
https://github.com/nflverse/nfldata/blob/25cd9bb9587f693ef78ecb05e8b2ba1138b86f5d/data/games.csv
https://scikit-learn.org/stable/tutorial/statistical_inference/settings.html
https://scikit-learn.org/stable/tutorial/statistical_inference/supervised_learning.html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Training fits coefficients. Testing estimates performance on data excluded from fitting. NFL uses 2017–2022 to train and 2023–2024 to test. Earlier results within a test season are known before later games, but we do not refit coefficients. Soccer holds out whole matches. Scaling is fit on training rows only. Discuss leakage: final points cannot be a pregame input. Student test-set comparisons are educational; rigorous selection needs a validation set plus a fresh final test.
Sources:
https://scikit-learn.org/stable/common_pitfalls.html
https://github.com/nflverse/nfldata/blob/25cd9bb9587f693ef78ecb05e8b2ba1138b86f5d/data/games.csv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This plot uses every test game from the actual default notebook run. The diagonal means perfect predictions. Ask what a vertical gap means. Linear Regression fits an additive relationship and minimizes squared training errors. We evaluate using MAE: the average absolute prediction error in points. The vertical spread is the point: predictions bunch between about 16 and 33 points while actual scores run from 0 to 63, so the model pulls every guess toward the average. The modest gain is instructive; do not promise a model will always beat its baseline.
Sources:
https://scikit-learn.org/stable/modules/generated/sklearn.linear_model.LinearRegression.html
https://github.com/nflverse/nfldata/blob/25cd9bb9587f693ef78ecb05e8b2ba1138b86f5d/data/games.csv
Derived: notebooks/workshop2_executed.ipynb,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Logistic Regression outputs goal probability. A chosen threshold converts it into goal/no goal. The dashed line is the default 0.50 threshold: in this scenario only shots at distances below about 4.5 reach it, which is why so few goals get flagged on the next slide. The curve uses the actual trained model over hypothetical normalized distances with head_or_body=0. These scenario inputs are not observed shots. We do not claim the model is calibrated or equivalent to a commercial expected-goals model. Distance is a coordinate proxy, not metres.
Sources:
https://scikit-learn.org/stable/modules/generated/sklearn.linear_model.LogisticRegression.html
https://doi.org/10.6084/m9.figshare.7770599.v1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All numbers come from the held-out soccer matches, not the training data. Have participants explain why always predicting no goal gets high accuracy. Goal recall is goals caught divided by all actual goals. At threshold 0.50 the model only identifies a few goals. Students will lower the threshold to see more true positives and more false positives. The goal probability does not change when only the threshold changes.
Sources:
https://doi.org/10.6084/m9.figshare.7770599.v1
https://scikit-learn.org/stable/modules/generated/sklearn.metrics.recall_score.html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K-Means assigns players to K groups based on distance to centers, then updates those centers. We standardize six per-36-minute features. This is a two-feature view of clusters fit using all six. Colors have no order and are not true position labels. The sample consists of 359 eligible 2023–24 NBA players. Do not call clusters a ranking.
Sources:
https://scikit-learn.org/stable/modules/generated/sklearn.cluster.KMeans.html
https://scikit-learn.org/stable/modules/generated/sklearn.preprocessing.StandardScaler.html
https://github.com/sportsdataverse/sportsdataverse-data/releases/tag/espn_nba_player_boxscores
K-Means used all six features, but this 2D view shows only two, and the groups are not sharply separated. Overlap in this view should not be read as separation on the other four features; the groups are a convenient partition, not sharply distinct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Optional extension: skip if time is short. The chart is a conceptual illustration: the points are made up, the two axes are example variables, and the PC1/PC2 lines are drawn by hand to show the idea, not calculated from these points. The notebook uses six real standardized stats. Think of a projection of a multidimensional cloud. PCA rotates the standardized data toward directions with the most variation, then we retain only some directions. PC1 retains maximum variance, PC2 maximum remaining variance in an orthogonal direction. Each axis mixes all input features; PCA is not simply picking two original columns. Scaling matters. Use weights to interpret axes, cautiously.
Sources:
https://scikit-learn.org/stable/modules/generated/sklearn.decomposition.PCA.html
https://scikit-learn.org/stable/modules/generated/sklearn.preprocessing.StandardScaler.html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Exact values are computed from the prepared standardized NBA dataset. PC1 and PC2 together retain roughly 60% of its variance, leaving roughly 40% outside the map. That percentage is not accuracy. K-Means was fit on all six original standardized features; the colors are overlaid afterward. A PCA axis may reverse sign without changing the geometry. Nearby players can still differ along omitted components.
Sources:
https://scikit-learn.org/stable/modules/generated/sklearn.decomposition.PCA.html
https://github.com/sportsdataverse/sportsdataverse-data/releases/tag/espn_nba_player_boxscores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Read across a row: the method stays the same while the sport changes. Teal cells are what students run in the notebooks; every other cell is a proposed task, not a claim about a fitted model. The desired output, not the sport, determines the method. Features must exist before the outcome: player points could use earlier-game history and expected minutes, never that game’s realized points. Soccer comparisons should account for role and opportunity, basketball per-minute rates do not adjust for pace, and football run/pass tendencies need clear denominators. Cluster count is a human choice.
Sources:
https://scikit-learn.org/stable/modules/generated/sklearn.linear_model.LinearRegression.html
https://scikit-learn.org/stable/modules/generated/sklearn.linear_model.LogisticRegression.html
https://scikit-learn.org/stable/modules/generated/sklearn.cluster.KMeans.html
https://scikit-learn.org/stable/modules/generated/sklearn.decomposition.PCA.html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Prediction concerns performance on unseen outcomes. Interpretation concerns the relationships or structures a fitted model captures. Neither coefficients nor clusters prove causation. Ask students to revise the claim “scoring more in recent games causes a team to score more in its next game” into an association claim restricted to this dataset and model. A better interpretation can still be useful even when prediction gains are small. In the football notebook the coefficient on home_prior4_scored is about 0.43 points per point of recent scoring, while the rest-day coefficients are near zero, so recent scoring is the clearer association to discuss.
Sources:
https://scikit-learn.org/stable/common_pitfalls.html
https://scikit-learn.org/stable/auto_examples/inspection/plot_linear_model_coefficient_interpretation.html
The example is on the slide: ask students to rewrite the causal claim into the supported version by naming the data, the model, and what it cannot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then pause slides. Each participant picks one sport; no notebook needs another. Football (football_notebook.ipynb) is Linear Regression, soccer (soccer_notebook.ipynb) is Logistic Regression, basketball (basketball_notebook.ipynb) is K-Means with PCA as an optional extension for fast finishers. Open https://colab.research.google.com/, use File &gt; Upload notebook, choose the file, connect a fresh CPU runtime, and run the setup cells. Each notebook restores only its own CSV. No sports APIs or local installs are needed. Participants work in pairs. Keep this slide visible while they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after the guided notebook sections. Allow 8 minutes of work and 4 minutes to share. Everyone fills in their notebook’s TODO first (F1, S1, B1), then makes the change in this table. PCA (B2) is optional for fast finishers. Ask for one numerical observation with units and one limitation. Rerun dependent cells after changes. Do not let the session become a search for the best test score. Football expectation: adding home_rest and away_rest moves test MAE from about 7.657 to 7.638, a change of only about 0.02 points. Treat this as the lesson: adding features does not automatically make a model meaningfully better. Soccer at threshold 0.15 catches about 115 of 176 goals (recall about 65%) but flags about 450 shots and accuracy falls to about 77%. Basketball K = 3 gives groups of about 188, 67 and 104 players. PCA: two components retain about 60.0% and three about 79.2%, a gain of about 19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minutes at the end of the workshop. Ask one participant for each method’s job, then ask for a limitation from a different participant. Explain that the next step is improving the question and data, not automatically choosing a more complex algorithm. Refer to the source documentation for reproducibility.
Sources:
https://scikit-learn.org/stable/common_pitfalls.html
https://scikit-learn.org/stable/modules/generated/sklearn.preprocessing.StandardScaler.html
https://scikit-learn.org/stable/modules/generated/sklearn.decomposition.PCA.html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details, file hashes, filters, definitions, and rebuild code are in data/DATA_SOURCES.md, data/DATA_DICTIONARY.md, data/manifest.json, and scripts/prepare_data.py. Soccer: Pappalardo and Massucco (2019), Wyscout Events, CC BY 4.0; changes include filtering to English Shot events and deriving coordinate features. NFL source is pinned to a commit. NBA release is locked with a SHA-256 hash. Historical teaching datasets were prepared on 2026-10-04. The NFL sample covers weeks 5–18 only: each game needs four prior games for its rolling averages, so 516 earlier-season games are excluded.
Sources:
https://github.com/nflverse/nfldata/blob/25cd9bb9587f693ef78ecb05e8b2ba1138b86f5d/data/games.csv
https://github.com/sportsdataverse/sportsdataverse-data/releases/tag/espn_nba_player_boxscores
https://doi.org/10.6084/m9.figshare.7770599.v1
https://doi.org/10.1038/s41597-019-0247-7
https://creativecommons.org/licenses/by/4.0/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0D10"/>
        </a:solidFill>
      </p:bgPr>
    </p:bg>
    <p:spTree>
      <p:nvGrpSpPr>
        <p:cNvPr id="1" name=""/>
        <p:cNvGrpSpPr/>
        <p:nvPr/>
      </p:nvGrpSpPr>
      <p:grpSpPr>
        <a:xfrm>
          <a:off x="0" y="0"/>
          <a:ext cx="0" cy="0"/>
          <a:chOff x="0" y="0"/>
          <a:chExt cx="0" cy="0"/>
        </a:xfrm>
      </p:grpSpPr>
      <p:sp>
        <p:nvSpPr>
          <p:cNvPr id="2" name="Shape 0"/>
          <p:cNvSpPr/>
          <p:nvPr/>
        </p:nvSpPr>
        <p:spPr>
          <a:xfrm>
            <a:off x="137160" y="4759452"/>
            <a:ext cx="502920" cy="384048"/>
          </a:xfrm>
          <a:prstGeom prst="rect">
            <a:avLst/>
          </a:prstGeom>
          <a:solidFill>
            <a:srgbClr val="17462F"/>
          </a:solidFill>
          <a:ln/>
        </p:spPr>
      </p:sp>
      <p:sp>
        <p:nvSpPr>
          <p:cNvPr id="3" name="Shape 1"/>
          <p:cNvSpPr/>
          <p:nvPr/>
        </p:nvSpPr>
        <p:spPr>
          <a:xfrm>
            <a:off x="877824" y="4887468"/>
            <a:ext cx="502920" cy="256032"/>
          </a:xfrm>
          <a:prstGeom prst="rect">
            <a:avLst/>
          </a:prstGeom>
          <a:solidFill>
            <a:srgbClr val="17462F"/>
          </a:solidFill>
          <a:ln/>
        </p:spPr>
      </p:sp>
      <p:sp>
        <p:nvSpPr>
          <p:cNvPr id="4" name="Shape 2"/>
          <p:cNvSpPr/>
          <p:nvPr/>
        </p:nvSpPr>
        <p:spPr>
          <a:xfrm>
            <a:off x="1618488" y="4796028"/>
            <a:ext cx="502920" cy="347472"/>
          </a:xfrm>
          <a:prstGeom prst="rect">
            <a:avLst/>
          </a:prstGeom>
          <a:solidFill>
            <a:srgbClr val="17462F"/>
          </a:solidFill>
          <a:ln/>
        </p:spPr>
      </p:sp>
      <p:sp>
        <p:nvSpPr>
          <p:cNvPr id="5" name="Shape 3"/>
          <p:cNvSpPr/>
          <p:nvPr/>
        </p:nvSpPr>
        <p:spPr>
          <a:xfrm>
            <a:off x="2359152" y="4869180"/>
            <a:ext cx="502920" cy="274320"/>
          </a:xfrm>
          <a:prstGeom prst="rect">
            <a:avLst/>
          </a:prstGeom>
          <a:solidFill>
            <a:srgbClr val="17462F"/>
          </a:solidFill>
          <a:ln/>
        </p:spPr>
      </p:sp>
      <p:sp>
        <p:nvSpPr>
          <p:cNvPr id="6" name="Shape 4"/>
          <p:cNvSpPr/>
          <p:nvPr/>
        </p:nvSpPr>
        <p:spPr>
          <a:xfrm>
            <a:off x="3099816" y="4960620"/>
            <a:ext cx="502920" cy="182880"/>
          </a:xfrm>
          <a:prstGeom prst="rect">
            <a:avLst/>
          </a:prstGeom>
          <a:solidFill>
            <a:srgbClr val="17462F"/>
          </a:solidFill>
          <a:ln/>
        </p:spPr>
      </p:sp>
      <p:sp>
        <p:nvSpPr>
          <p:cNvPr id="7" name="Shape 5"/>
          <p:cNvSpPr/>
          <p:nvPr/>
        </p:nvSpPr>
        <p:spPr>
          <a:xfrm>
            <a:off x="3840480" y="4924044"/>
            <a:ext cx="502920" cy="219456"/>
          </a:xfrm>
          <a:prstGeom prst="rect">
            <a:avLst/>
          </a:prstGeom>
          <a:solidFill>
            <a:srgbClr val="17462F"/>
          </a:solidFill>
          <a:ln/>
        </p:spPr>
      </p:sp>
      <p:sp>
        <p:nvSpPr>
          <p:cNvPr id="8" name="Shape 6"/>
          <p:cNvSpPr/>
          <p:nvPr/>
        </p:nvSpPr>
        <p:spPr>
          <a:xfrm>
            <a:off x="4581144" y="5015484"/>
            <a:ext cx="502920" cy="128016"/>
          </a:xfrm>
          <a:prstGeom prst="rect">
            <a:avLst/>
          </a:prstGeom>
          <a:solidFill>
            <a:srgbClr val="17462F"/>
          </a:solidFill>
          <a:ln/>
        </p:spPr>
      </p:sp>
      <p:sp>
        <p:nvSpPr>
          <p:cNvPr id="9" name="Shape 7"/>
          <p:cNvSpPr/>
          <p:nvPr/>
        </p:nvSpPr>
        <p:spPr>
          <a:xfrm>
            <a:off x="5321808" y="4832604"/>
            <a:ext cx="502920" cy="310896"/>
          </a:xfrm>
          <a:prstGeom prst="rect">
            <a:avLst/>
          </a:prstGeom>
          <a:solidFill>
            <a:srgbClr val="17462F"/>
          </a:solidFill>
          <a:ln/>
        </p:spPr>
      </p:sp>
      <p:sp>
        <p:nvSpPr>
          <p:cNvPr id="10" name="Shape 8"/>
          <p:cNvSpPr/>
          <p:nvPr/>
        </p:nvSpPr>
        <p:spPr>
          <a:xfrm>
            <a:off x="6062472" y="4869180"/>
            <a:ext cx="502920" cy="274320"/>
          </a:xfrm>
          <a:prstGeom prst="rect">
            <a:avLst/>
          </a:prstGeom>
          <a:solidFill>
            <a:srgbClr val="17462F"/>
          </a:solidFill>
          <a:ln/>
        </p:spPr>
      </p:sp>
      <p:sp>
        <p:nvSpPr>
          <p:cNvPr id="11" name="Shape 9"/>
          <p:cNvSpPr/>
          <p:nvPr/>
        </p:nvSpPr>
        <p:spPr>
          <a:xfrm>
            <a:off x="6803136" y="4924044"/>
            <a:ext cx="502920" cy="219456"/>
          </a:xfrm>
          <a:prstGeom prst="rect">
            <a:avLst/>
          </a:prstGeom>
          <a:solidFill>
            <a:srgbClr val="17462F"/>
          </a:solidFill>
          <a:ln/>
        </p:spPr>
      </p:sp>
      <p:sp>
        <p:nvSpPr>
          <p:cNvPr id="12" name="Shape 10"/>
          <p:cNvSpPr/>
          <p:nvPr/>
        </p:nvSpPr>
        <p:spPr>
          <a:xfrm>
            <a:off x="7543800" y="4777740"/>
            <a:ext cx="502920" cy="365760"/>
          </a:xfrm>
          <a:prstGeom prst="rect">
            <a:avLst/>
          </a:prstGeom>
          <a:solidFill>
            <a:srgbClr val="17462F"/>
          </a:solidFill>
          <a:ln/>
        </p:spPr>
      </p:sp>
      <p:sp>
        <p:nvSpPr>
          <p:cNvPr id="13" name="Shape 11"/>
          <p:cNvSpPr/>
          <p:nvPr/>
        </p:nvSpPr>
        <p:spPr>
          <a:xfrm>
            <a:off x="8284464" y="4850892"/>
            <a:ext cx="502920" cy="292608"/>
          </a:xfrm>
          <a:prstGeom prst="rect">
            <a:avLst/>
          </a:prstGeom>
          <a:solidFill>
            <a:srgbClr val="17462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E0D10"/>
        </a:solidFill>
      </p:bgPr>
    </p:bg>
    <p:spTree>
      <p:nvGrpSpPr>
        <p:cNvPr id="1" name=""/>
        <p:cNvGrpSpPr/>
        <p:nvPr/>
      </p:nvGrpSpPr>
      <p:grpSpPr>
        <a:xfrm>
          <a:off x="0" y="0"/>
          <a:ext cx="0" cy="0"/>
          <a:chOff x="0" y="0"/>
          <a:chExt cx="0" cy="0"/>
        </a:xfrm>
      </p:grpSpPr>
      <p:sp>
        <p:nvSpPr>
          <p:cNvPr id="2" name="Shape 0"/>
          <p:cNvSpPr/>
          <p:nvPr/>
        </p:nvSpPr>
        <p:spPr>
          <a:xfrm>
            <a:off x="137160" y="4759452"/>
            <a:ext cx="502920" cy="384048"/>
          </a:xfrm>
          <a:prstGeom prst="rect">
            <a:avLst/>
          </a:prstGeom>
          <a:solidFill>
            <a:srgbClr val="17462F"/>
          </a:solidFill>
          <a:ln/>
        </p:spPr>
      </p:sp>
      <p:sp>
        <p:nvSpPr>
          <p:cNvPr id="3" name="Shape 1"/>
          <p:cNvSpPr/>
          <p:nvPr/>
        </p:nvSpPr>
        <p:spPr>
          <a:xfrm>
            <a:off x="877824" y="4887468"/>
            <a:ext cx="502920" cy="256032"/>
          </a:xfrm>
          <a:prstGeom prst="rect">
            <a:avLst/>
          </a:prstGeom>
          <a:solidFill>
            <a:srgbClr val="17462F"/>
          </a:solidFill>
          <a:ln/>
        </p:spPr>
      </p:sp>
      <p:sp>
        <p:nvSpPr>
          <p:cNvPr id="4" name="Shape 2"/>
          <p:cNvSpPr/>
          <p:nvPr/>
        </p:nvSpPr>
        <p:spPr>
          <a:xfrm>
            <a:off x="1618488" y="4796028"/>
            <a:ext cx="502920" cy="347472"/>
          </a:xfrm>
          <a:prstGeom prst="rect">
            <a:avLst/>
          </a:prstGeom>
          <a:solidFill>
            <a:srgbClr val="17462F"/>
          </a:solidFill>
          <a:ln/>
        </p:spPr>
      </p:sp>
      <p:sp>
        <p:nvSpPr>
          <p:cNvPr id="5" name="Shape 3"/>
          <p:cNvSpPr/>
          <p:nvPr/>
        </p:nvSpPr>
        <p:spPr>
          <a:xfrm>
            <a:off x="2359152" y="4869180"/>
            <a:ext cx="502920" cy="274320"/>
          </a:xfrm>
          <a:prstGeom prst="rect">
            <a:avLst/>
          </a:prstGeom>
          <a:solidFill>
            <a:srgbClr val="17462F"/>
          </a:solidFill>
          <a:ln/>
        </p:spPr>
      </p:sp>
      <p:sp>
        <p:nvSpPr>
          <p:cNvPr id="6" name="Shape 4"/>
          <p:cNvSpPr/>
          <p:nvPr/>
        </p:nvSpPr>
        <p:spPr>
          <a:xfrm>
            <a:off x="3099816" y="4960620"/>
            <a:ext cx="502920" cy="182880"/>
          </a:xfrm>
          <a:prstGeom prst="rect">
            <a:avLst/>
          </a:prstGeom>
          <a:solidFill>
            <a:srgbClr val="17462F"/>
          </a:solidFill>
          <a:ln/>
        </p:spPr>
      </p:sp>
      <p:sp>
        <p:nvSpPr>
          <p:cNvPr id="7" name="Shape 5"/>
          <p:cNvSpPr/>
          <p:nvPr/>
        </p:nvSpPr>
        <p:spPr>
          <a:xfrm>
            <a:off x="3840480" y="4924044"/>
            <a:ext cx="502920" cy="219456"/>
          </a:xfrm>
          <a:prstGeom prst="rect">
            <a:avLst/>
          </a:prstGeom>
          <a:solidFill>
            <a:srgbClr val="17462F"/>
          </a:solidFill>
          <a:ln/>
        </p:spPr>
      </p:sp>
      <p:sp>
        <p:nvSpPr>
          <p:cNvPr id="8" name="Shape 6"/>
          <p:cNvSpPr/>
          <p:nvPr/>
        </p:nvSpPr>
        <p:spPr>
          <a:xfrm>
            <a:off x="4581144" y="5015484"/>
            <a:ext cx="502920" cy="128016"/>
          </a:xfrm>
          <a:prstGeom prst="rect">
            <a:avLst/>
          </a:prstGeom>
          <a:solidFill>
            <a:srgbClr val="17462F"/>
          </a:solidFill>
          <a:ln/>
        </p:spPr>
      </p:sp>
      <p:sp>
        <p:nvSpPr>
          <p:cNvPr id="9" name="Shape 7"/>
          <p:cNvSpPr/>
          <p:nvPr/>
        </p:nvSpPr>
        <p:spPr>
          <a:xfrm>
            <a:off x="5321808" y="4832604"/>
            <a:ext cx="502920" cy="310896"/>
          </a:xfrm>
          <a:prstGeom prst="rect">
            <a:avLst/>
          </a:prstGeom>
          <a:solidFill>
            <a:srgbClr val="17462F"/>
          </a:solidFill>
          <a:ln/>
        </p:spPr>
      </p:sp>
      <p:sp>
        <p:nvSpPr>
          <p:cNvPr id="10" name="Shape 8"/>
          <p:cNvSpPr/>
          <p:nvPr/>
        </p:nvSpPr>
        <p:spPr>
          <a:xfrm>
            <a:off x="6062472" y="4869180"/>
            <a:ext cx="502920" cy="274320"/>
          </a:xfrm>
          <a:prstGeom prst="rect">
            <a:avLst/>
          </a:prstGeom>
          <a:solidFill>
            <a:srgbClr val="17462F"/>
          </a:solidFill>
          <a:ln/>
        </p:spPr>
      </p:sp>
      <p:sp>
        <p:nvSpPr>
          <p:cNvPr id="11" name="Shape 9"/>
          <p:cNvSpPr/>
          <p:nvPr/>
        </p:nvSpPr>
        <p:spPr>
          <a:xfrm>
            <a:off x="6803136" y="4924044"/>
            <a:ext cx="502920" cy="219456"/>
          </a:xfrm>
          <a:prstGeom prst="rect">
            <a:avLst/>
          </a:prstGeom>
          <a:solidFill>
            <a:srgbClr val="17462F"/>
          </a:solidFill>
          <a:ln/>
        </p:spPr>
      </p:sp>
      <p:sp>
        <p:nvSpPr>
          <p:cNvPr id="12" name="Shape 10"/>
          <p:cNvSpPr/>
          <p:nvPr/>
        </p:nvSpPr>
        <p:spPr>
          <a:xfrm>
            <a:off x="7543800" y="4777740"/>
            <a:ext cx="502920" cy="365760"/>
          </a:xfrm>
          <a:prstGeom prst="rect">
            <a:avLst/>
          </a:prstGeom>
          <a:solidFill>
            <a:srgbClr val="17462F"/>
          </a:solidFill>
          <a:ln/>
        </p:spPr>
      </p:sp>
      <p:sp>
        <p:nvSpPr>
          <p:cNvPr id="13" name="Shape 11"/>
          <p:cNvSpPr/>
          <p:nvPr/>
        </p:nvSpPr>
        <p:spPr>
          <a:xfrm>
            <a:off x="8284464" y="4850892"/>
            <a:ext cx="502920" cy="292608"/>
          </a:xfrm>
          <a:prstGeom prst="rect">
            <a:avLst/>
          </a:prstGeom>
          <a:solidFill>
            <a:srgbClr val="17462F"/>
          </a:solidFill>
          <a:ln/>
        </p:spPr>
      </p:sp>
      <p:sp>
        <p:nvSpPr>
          <p:cNvPr id="14" name="Text 12"/>
          <p:cNvSpPr/>
          <p:nvPr>
            <p:ph idx="112" type="title" hasCustomPrompt="1"/>
          </p:nvPr>
        </p:nvSpPr>
        <p:spPr>
          <a:xfrm>
            <a:off x="457200" y="274320"/>
            <a:ext cx="7772400" cy="731520"/>
          </a:xfrm>
          <a:prstGeom prst="rect">
            <a:avLst/>
          </a:prstGeom>
          <a:noFill/>
          <a:ln/>
        </p:spPr>
        <p:txBody>
          <a:bodyPr wrap="square" rtlCol="0"/>
          <a:lstStyle>
            <a:lvl1pPr algn="l" indent="0" marL="0">
              <a:buNone/>
              <a:defRPr lang="en-US" sz="2400" i="1" dirty="0">
                <a:solidFill>
                  <a:srgbClr val="EDE3DF"/>
                </a:solidFill>
                <a:latin typeface="Arial Black" pitchFamily="34" charset="0"/>
                <a:ea typeface="Arial Black" pitchFamily="34" charset="-122"/>
                <a:cs typeface="Arial Black"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6400800" y="-1280160"/>
            <a:ext cx="4206240" cy="4206240"/>
          </a:xfrm>
          <a:prstGeom prst="ellipse">
            <a:avLst/>
          </a:prstGeom>
          <a:ln w="76200">
            <a:solidFill>
              <a:srgbClr val="E87500"/>
            </a:solidFill>
            <a:prstDash val="solid"/>
          </a:ln>
        </p:spPr>
      </p:sp>
      <p:sp>
        <p:nvSpPr>
          <p:cNvPr id="4" name="Shape 1"/>
          <p:cNvSpPr/>
          <p:nvPr/>
        </p:nvSpPr>
        <p:spPr>
          <a:xfrm>
            <a:off x="7498080" y="822960"/>
            <a:ext cx="1463040" cy="1463040"/>
          </a:xfrm>
          <a:prstGeom prst="ellipse">
            <a:avLst/>
          </a:prstGeom>
          <a:ln w="38100">
            <a:solidFill>
              <a:srgbClr val="E87500"/>
            </a:solidFill>
            <a:prstDash val="solid"/>
          </a:ln>
        </p:spPr>
      </p:sp>
      <p:sp>
        <p:nvSpPr>
          <p:cNvPr id="5" name="Text 2"/>
          <p:cNvSpPr txBox="1"/>
          <p:nvPr/>
        </p:nvSpPr>
        <p:spPr>
          <a:xfrm>
            <a:off x="548640" y="685800"/>
            <a:ext cx="4572000" cy="365760"/>
          </a:xfrm>
          <a:prstGeom prst="rect">
            <a:avLst/>
          </a:prstGeom>
          <a:noFill/>
          <a:ln/>
        </p:spPr>
        <p:txBody>
          <a:bodyPr wrap="square" lIns="762" tIns="762" rIns="762" bIns="762" rtlCol="0" anchor="t"/>
          <a:lstStyle/>
          <a:p>
            <a:pPr indent="0" marL="0">
              <a:buNone/>
            </a:pPr>
            <a:r>
              <a:rPr lang="en-US" sz="1600" b="1" spc="400" kern="0" dirty="0">
                <a:solidFill>
                  <a:srgbClr val="E87500"/>
                </a:solidFill>
                <a:latin typeface="Calibri" pitchFamily="34" charset="0"/>
                <a:ea typeface="Calibri" pitchFamily="34" charset="-122"/>
                <a:cs typeface="Calibri" pitchFamily="34" charset="-120"/>
              </a:rPr>
              <a:t>WORKSHOP 2</a:t>
            </a:r>
            <a:endParaRPr lang="en-US" sz="1600" dirty="0"/>
          </a:p>
        </p:txBody>
      </p:sp>
      <p:sp>
        <p:nvSpPr>
          <p:cNvPr id="6" name="Text 3"/>
          <p:cNvSpPr txBox="1"/>
          <p:nvPr/>
        </p:nvSpPr>
        <p:spPr>
          <a:xfrm>
            <a:off x="548640" y="1051560"/>
            <a:ext cx="6400800" cy="1371600"/>
          </a:xfrm>
          <a:prstGeom prst="rect">
            <a:avLst/>
          </a:prstGeom>
          <a:noFill/>
          <a:ln/>
        </p:spPr>
        <p:txBody>
          <a:bodyPr wrap="square" lIns="762" tIns="762" rIns="762" bIns="762" rtlCol="0" anchor="ctr"/>
          <a:lstStyle/>
          <a:p>
            <a:pPr indent="0" marL="0">
              <a:buNone/>
            </a:pPr>
            <a:r>
              <a:rPr lang="en-US" sz="3400" i="1" dirty="0">
                <a:solidFill>
                  <a:srgbClr val="EDE3DF"/>
                </a:solidFill>
                <a:latin typeface="Arial Black" pitchFamily="34" charset="0"/>
                <a:ea typeface="Arial Black" pitchFamily="34" charset="-122"/>
                <a:cs typeface="Arial Black" pitchFamily="34" charset="-120"/>
              </a:rPr>
              <a:t>Machine Learning</a:t>
            </a:r>
            <a:endParaRPr lang="en-US" sz="3400" dirty="0"/>
          </a:p>
          <a:p>
            <a:pPr indent="0" marL="0">
              <a:buNone/>
            </a:pPr>
            <a:r>
              <a:rPr lang="en-US" sz="3400" i="1" dirty="0">
                <a:solidFill>
                  <a:srgbClr val="EDE3DF"/>
                </a:solidFill>
                <a:latin typeface="Arial Black" pitchFamily="34" charset="0"/>
                <a:ea typeface="Arial Black" pitchFamily="34" charset="-122"/>
                <a:cs typeface="Arial Black" pitchFamily="34" charset="-120"/>
              </a:rPr>
              <a:t>in Sports Analytics</a:t>
            </a:r>
            <a:endParaRPr lang="en-US" sz="3400" dirty="0"/>
          </a:p>
        </p:txBody>
      </p:sp>
      <p:sp>
        <p:nvSpPr>
          <p:cNvPr id="7" name="Shape 4"/>
          <p:cNvSpPr/>
          <p:nvPr/>
        </p:nvSpPr>
        <p:spPr>
          <a:xfrm>
            <a:off x="548640" y="2697480"/>
            <a:ext cx="1463040" cy="384048"/>
          </a:xfrm>
          <a:prstGeom prst="roundRect">
            <a:avLst>
              <a:gd name="adj" fmla="val 35714"/>
            </a:avLst>
          </a:prstGeom>
          <a:solidFill>
            <a:srgbClr val="E87500"/>
          </a:solidFill>
          <a:ln w="12700">
            <a:solidFill>
              <a:srgbClr val="E87500"/>
            </a:solidFill>
            <a:prstDash val="solid"/>
          </a:ln>
        </p:spPr>
      </p:sp>
      <p:sp>
        <p:nvSpPr>
          <p:cNvPr id="8" name="Text 5"/>
          <p:cNvSpPr txBox="1"/>
          <p:nvPr/>
        </p:nvSpPr>
        <p:spPr>
          <a:xfrm>
            <a:off x="548640" y="2697480"/>
            <a:ext cx="1463040" cy="384048"/>
          </a:xfrm>
          <a:prstGeom prst="rect">
            <a:avLst/>
          </a:prstGeom>
          <a:noFill/>
          <a:ln/>
        </p:spPr>
        <p:txBody>
          <a:bodyPr wrap="square" lIns="762" tIns="762" rIns="762" bIns="762"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Football</a:t>
            </a:r>
            <a:endParaRPr lang="en-US" sz="1400" dirty="0"/>
          </a:p>
        </p:txBody>
      </p:sp>
      <p:sp>
        <p:nvSpPr>
          <p:cNvPr id="9" name="Shape 6"/>
          <p:cNvSpPr/>
          <p:nvPr/>
        </p:nvSpPr>
        <p:spPr>
          <a:xfrm>
            <a:off x="2148840" y="2697480"/>
            <a:ext cx="1463040" cy="384048"/>
          </a:xfrm>
          <a:prstGeom prst="roundRect">
            <a:avLst>
              <a:gd name="adj" fmla="val 35714"/>
            </a:avLst>
          </a:prstGeom>
          <a:solidFill>
            <a:srgbClr val="E87500"/>
          </a:solidFill>
          <a:ln w="12700">
            <a:solidFill>
              <a:srgbClr val="E87500"/>
            </a:solidFill>
            <a:prstDash val="solid"/>
          </a:ln>
        </p:spPr>
      </p:sp>
      <p:sp>
        <p:nvSpPr>
          <p:cNvPr id="10" name="Text 7"/>
          <p:cNvSpPr txBox="1"/>
          <p:nvPr/>
        </p:nvSpPr>
        <p:spPr>
          <a:xfrm>
            <a:off x="2148840" y="2697480"/>
            <a:ext cx="1463040" cy="384048"/>
          </a:xfrm>
          <a:prstGeom prst="rect">
            <a:avLst/>
          </a:prstGeom>
          <a:noFill/>
          <a:ln/>
        </p:spPr>
        <p:txBody>
          <a:bodyPr wrap="square" lIns="762" tIns="762" rIns="762" bIns="762"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Soccer</a:t>
            </a:r>
            <a:endParaRPr lang="en-US" sz="1400" dirty="0"/>
          </a:p>
        </p:txBody>
      </p:sp>
      <p:sp>
        <p:nvSpPr>
          <p:cNvPr id="11" name="Shape 8"/>
          <p:cNvSpPr/>
          <p:nvPr/>
        </p:nvSpPr>
        <p:spPr>
          <a:xfrm>
            <a:off x="3749040" y="2697480"/>
            <a:ext cx="1463040" cy="384048"/>
          </a:xfrm>
          <a:prstGeom prst="roundRect">
            <a:avLst>
              <a:gd name="adj" fmla="val 35714"/>
            </a:avLst>
          </a:prstGeom>
          <a:solidFill>
            <a:srgbClr val="E87500"/>
          </a:solidFill>
          <a:ln w="12700">
            <a:solidFill>
              <a:srgbClr val="E87500"/>
            </a:solidFill>
            <a:prstDash val="solid"/>
          </a:ln>
        </p:spPr>
      </p:sp>
      <p:sp>
        <p:nvSpPr>
          <p:cNvPr id="12" name="Text 9"/>
          <p:cNvSpPr txBox="1"/>
          <p:nvPr/>
        </p:nvSpPr>
        <p:spPr>
          <a:xfrm>
            <a:off x="3749040" y="2697480"/>
            <a:ext cx="1463040" cy="384048"/>
          </a:xfrm>
          <a:prstGeom prst="rect">
            <a:avLst/>
          </a:prstGeom>
          <a:noFill/>
          <a:ln/>
        </p:spPr>
        <p:txBody>
          <a:bodyPr wrap="square" lIns="762" tIns="762" rIns="762" bIns="762"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Basketball</a:t>
            </a:r>
            <a:endParaRPr lang="en-US" sz="1400" dirty="0"/>
          </a:p>
        </p:txBody>
      </p:sp>
      <p:sp>
        <p:nvSpPr>
          <p:cNvPr id="13" name="Text 10"/>
          <p:cNvSpPr txBox="1"/>
          <p:nvPr/>
        </p:nvSpPr>
        <p:spPr>
          <a:xfrm>
            <a:off x="548640" y="3291840"/>
            <a:ext cx="6400800" cy="822960"/>
          </a:xfrm>
          <a:prstGeom prst="rect">
            <a:avLst/>
          </a:prstGeom>
          <a:noFill/>
          <a:ln/>
        </p:spPr>
        <p:txBody>
          <a:bodyPr wrap="square" lIns="762" tIns="762" rIns="762" bIns="762" rtlCol="0" anchor="t"/>
          <a:lstStyle/>
          <a:p>
            <a:pPr indent="0" marL="0">
              <a:buNone/>
            </a:pPr>
            <a:r>
              <a:rPr lang="en-US" sz="1800" dirty="0">
                <a:solidFill>
                  <a:srgbClr val="B8B0AC"/>
                </a:solidFill>
                <a:latin typeface="Calibri" pitchFamily="34" charset="0"/>
                <a:ea typeface="Calibri" pitchFamily="34" charset="-122"/>
                <a:cs typeface="Calibri" pitchFamily="34" charset="-120"/>
              </a:rPr>
              <a:t>Predict numbers. Predict categories.</a:t>
            </a:r>
            <a:endParaRPr lang="en-US" sz="1800" dirty="0"/>
          </a:p>
          <a:p>
            <a:pPr indent="0" marL="0">
              <a:buNone/>
            </a:pPr>
            <a:r>
              <a:rPr lang="en-US" sz="1800" dirty="0">
                <a:solidFill>
                  <a:srgbClr val="B8B0AC"/>
                </a:solidFill>
                <a:latin typeface="Calibri" pitchFamily="34" charset="0"/>
                <a:ea typeface="Calibri" pitchFamily="34" charset="-122"/>
                <a:cs typeface="Calibri" pitchFamily="34" charset="-120"/>
              </a:rPr>
              <a:t>Discover groups. Simplify variables.</a:t>
            </a:r>
            <a:endParaRPr lang="en-US" sz="1800" dirty="0"/>
          </a:p>
        </p:txBody>
      </p:sp>
      <p:sp>
        <p:nvSpPr>
          <p:cNvPr id="14" name="Text 11"/>
          <p:cNvSpPr txBox="1"/>
          <p:nvPr/>
        </p:nvSpPr>
        <p:spPr>
          <a:xfrm>
            <a:off x="548640" y="4251960"/>
            <a:ext cx="4572000" cy="274320"/>
          </a:xfrm>
          <a:prstGeom prst="rect">
            <a:avLst/>
          </a:prstGeom>
          <a:noFill/>
          <a:ln/>
        </p:spPr>
        <p:txBody>
          <a:bodyPr wrap="square" lIns="762" tIns="762" rIns="762" bIns="762" rtlCol="0" anchor="t"/>
          <a:lstStyle/>
          <a:p>
            <a:pPr indent="0" marL="0">
              <a:buNone/>
            </a:pPr>
            <a:r>
              <a:rPr lang="en-US" sz="1100" dirty="0">
                <a:solidFill>
                  <a:srgbClr val="B8B0AC"/>
                </a:solidFill>
                <a:latin typeface="Calibri" pitchFamily="34" charset="0"/>
                <a:ea typeface="Calibri" pitchFamily="34" charset="-122"/>
                <a:cs typeface="Calibri" pitchFamily="34" charset="-120"/>
              </a:rPr>
              <a:t>SAC UTD  |  Sports Analytics Club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2"/>
          <p:cNvSpPr/>
          <p:nvPr>
            <p:ph idx="112" type="title" hasCustomPrompt="1"/>
          </p:nvPr>
        </p:nvSpPr>
        <p:spPr>
          <a:xfrm>
            <a:off x="457200" y="274320"/>
            <a:ext cx="7772400" cy="731520"/>
          </a:xfrm>
          <a:prstGeom prst="rect">
            <a:avLst/>
          </a:prstGeom>
          <a:noFill/>
          <a:ln/>
        </p:spPr>
        <p:txBody>
          <a:bodyPr wrap="square" lIns="0" tIns="0" rIns="0" bIns="0" rtlCol="0" anchor="ctr"/>
          <a:lstStyle/>
          <a:p>
            <a:pPr algn="l" indent="0" marL="0">
              <a:buNone/>
            </a:pPr>
            <a:r>
              <a:rPr lang="en-US" sz="2400" i="1" dirty="0">
                <a:solidFill>
                  <a:srgbClr val="EDE3DF"/>
                </a:solidFill>
                <a:latin typeface="Arial Black" pitchFamily="34" charset="0"/>
                <a:ea typeface="Arial Black" pitchFamily="34" charset="-122"/>
                <a:cs typeface="Arial Black" pitchFamily="34" charset="-120"/>
              </a:rPr>
              <a:t>What is machine learning?</a:t>
            </a:r>
            <a:endParaRPr lang="en-US" sz="2400" dirty="0"/>
          </a:p>
        </p:txBody>
      </p:sp>
      <p:sp>
        <p:nvSpPr>
          <p:cNvPr id="4" name="Text 1"/>
          <p:cNvSpPr txBox="1"/>
          <p:nvPr/>
        </p:nvSpPr>
        <p:spPr>
          <a:xfrm>
            <a:off x="457200" y="1188720"/>
            <a:ext cx="7772400" cy="411480"/>
          </a:xfrm>
          <a:prstGeom prst="rect">
            <a:avLst/>
          </a:prstGeom>
          <a:noFill/>
          <a:ln/>
        </p:spPr>
        <p:txBody>
          <a:bodyPr wrap="square" lIns="762" tIns="762" rIns="762" bIns="762" rtlCol="0" anchor="t"/>
          <a:lstStyle/>
          <a:p>
            <a:pPr indent="0" marL="0">
              <a:buNone/>
            </a:pPr>
            <a:r>
              <a:rPr lang="en-US" sz="2000" dirty="0">
                <a:solidFill>
                  <a:srgbClr val="6FD8B0"/>
                </a:solidFill>
                <a:latin typeface="Calibri" pitchFamily="34" charset="0"/>
                <a:ea typeface="Calibri" pitchFamily="34" charset="-122"/>
                <a:cs typeface="Calibri" pitchFamily="34" charset="-120"/>
              </a:rPr>
              <a:t>A model learns patterns from examples.</a:t>
            </a:r>
            <a:endParaRPr lang="en-US" sz="2000" dirty="0"/>
          </a:p>
        </p:txBody>
      </p:sp>
      <p:sp>
        <p:nvSpPr>
          <p:cNvPr id="5" name="Shape 2"/>
          <p:cNvSpPr/>
          <p:nvPr/>
        </p:nvSpPr>
        <p:spPr>
          <a:xfrm>
            <a:off x="457200" y="1828800"/>
            <a:ext cx="2377440" cy="1920240"/>
          </a:xfrm>
          <a:prstGeom prst="roundRect">
            <a:avLst>
              <a:gd name="adj" fmla="val 5714"/>
            </a:avLst>
          </a:prstGeom>
          <a:solidFill>
            <a:srgbClr val="2B2B2E"/>
          </a:solidFill>
          <a:ln w="19050">
            <a:solidFill>
              <a:srgbClr val="17462F"/>
            </a:solidFill>
            <a:prstDash val="solid"/>
          </a:ln>
        </p:spPr>
      </p:sp>
      <p:sp>
        <p:nvSpPr>
          <p:cNvPr id="6" name="Shape 3"/>
          <p:cNvSpPr/>
          <p:nvPr/>
        </p:nvSpPr>
        <p:spPr>
          <a:xfrm>
            <a:off x="594360" y="1965960"/>
            <a:ext cx="365760" cy="365760"/>
          </a:xfrm>
          <a:prstGeom prst="ellipse">
            <a:avLst/>
          </a:prstGeom>
          <a:solidFill>
            <a:srgbClr val="E87500"/>
          </a:solidFill>
          <a:ln w="12700">
            <a:solidFill>
              <a:srgbClr val="E87500"/>
            </a:solidFill>
            <a:prstDash val="solid"/>
          </a:ln>
        </p:spPr>
      </p:sp>
      <p:sp>
        <p:nvSpPr>
          <p:cNvPr id="7" name="Text 4"/>
          <p:cNvSpPr txBox="1"/>
          <p:nvPr/>
        </p:nvSpPr>
        <p:spPr>
          <a:xfrm>
            <a:off x="594360" y="1965960"/>
            <a:ext cx="365760" cy="365760"/>
          </a:xfrm>
          <a:prstGeom prst="rect">
            <a:avLst/>
          </a:prstGeom>
          <a:noFill/>
          <a:ln/>
        </p:spPr>
        <p:txBody>
          <a:bodyPr wrap="square" lIns="0" tIns="0" rIns="0" bIns="0"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548640" y="2468880"/>
            <a:ext cx="2194560" cy="457200"/>
          </a:xfrm>
          <a:prstGeom prst="rect">
            <a:avLst/>
          </a:prstGeom>
          <a:noFill/>
          <a:ln/>
        </p:spPr>
        <p:txBody>
          <a:bodyPr wrap="square" lIns="762" tIns="762" rIns="762" bIns="762" rtlCol="0" anchor="t"/>
          <a:lstStyle/>
          <a:p>
            <a:pPr algn="ctr" indent="0" marL="0">
              <a:buNone/>
            </a:pPr>
            <a:r>
              <a:rPr lang="en-US" sz="2000" b="1" dirty="0">
                <a:solidFill>
                  <a:srgbClr val="EDE3DF"/>
                </a:solidFill>
                <a:latin typeface="Calibri" pitchFamily="34" charset="0"/>
                <a:ea typeface="Calibri" pitchFamily="34" charset="-122"/>
                <a:cs typeface="Calibri" pitchFamily="34" charset="-120"/>
              </a:rPr>
              <a:t>Past examples</a:t>
            </a:r>
            <a:endParaRPr lang="en-US" sz="2000" dirty="0"/>
          </a:p>
        </p:txBody>
      </p:sp>
      <p:sp>
        <p:nvSpPr>
          <p:cNvPr id="9" name="Text 6"/>
          <p:cNvSpPr txBox="1"/>
          <p:nvPr/>
        </p:nvSpPr>
        <p:spPr>
          <a:xfrm>
            <a:off x="548640" y="3017520"/>
            <a:ext cx="2194560" cy="731520"/>
          </a:xfrm>
          <a:prstGeom prst="rect">
            <a:avLst/>
          </a:prstGeom>
          <a:noFill/>
          <a:ln/>
        </p:spPr>
        <p:txBody>
          <a:bodyPr wrap="square" lIns="762" tIns="762" rIns="762" bIns="762" rtlCol="0" anchor="t"/>
          <a:lstStyle/>
          <a:p>
            <a:pPr algn="ctr" indent="0" marL="0">
              <a:buNone/>
            </a:pPr>
            <a:r>
              <a:rPr lang="en-US" sz="1600" dirty="0">
                <a:solidFill>
                  <a:srgbClr val="B8B0AC"/>
                </a:solidFill>
                <a:latin typeface="Calibri" pitchFamily="34" charset="0"/>
                <a:ea typeface="Calibri" pitchFamily="34" charset="-122"/>
                <a:cs typeface="Calibri" pitchFamily="34" charset="-120"/>
              </a:rPr>
              <a:t>NFL games with scores</a:t>
            </a:r>
            <a:endParaRPr lang="en-US" sz="1600" dirty="0"/>
          </a:p>
        </p:txBody>
      </p:sp>
      <p:sp>
        <p:nvSpPr>
          <p:cNvPr id="10" name="Shape 7"/>
          <p:cNvSpPr/>
          <p:nvPr/>
        </p:nvSpPr>
        <p:spPr>
          <a:xfrm>
            <a:off x="2926080" y="2743200"/>
            <a:ext cx="365760" cy="365760"/>
          </a:xfrm>
          <a:prstGeom prst="rightArrow">
            <a:avLst/>
          </a:prstGeom>
          <a:solidFill>
            <a:srgbClr val="E87500"/>
          </a:solidFill>
          <a:ln w="12700">
            <a:solidFill>
              <a:srgbClr val="E87500"/>
            </a:solidFill>
            <a:prstDash val="solid"/>
          </a:ln>
        </p:spPr>
      </p:sp>
      <p:sp>
        <p:nvSpPr>
          <p:cNvPr id="11" name="Shape 8"/>
          <p:cNvSpPr/>
          <p:nvPr/>
        </p:nvSpPr>
        <p:spPr>
          <a:xfrm>
            <a:off x="3383280" y="1828800"/>
            <a:ext cx="2377440" cy="1920240"/>
          </a:xfrm>
          <a:prstGeom prst="roundRect">
            <a:avLst>
              <a:gd name="adj" fmla="val 5714"/>
            </a:avLst>
          </a:prstGeom>
          <a:solidFill>
            <a:srgbClr val="2B2B2E"/>
          </a:solidFill>
          <a:ln w="19050">
            <a:solidFill>
              <a:srgbClr val="E87500"/>
            </a:solidFill>
            <a:prstDash val="solid"/>
          </a:ln>
        </p:spPr>
      </p:sp>
      <p:sp>
        <p:nvSpPr>
          <p:cNvPr id="12" name="Shape 9"/>
          <p:cNvSpPr/>
          <p:nvPr/>
        </p:nvSpPr>
        <p:spPr>
          <a:xfrm>
            <a:off x="3520440" y="1965960"/>
            <a:ext cx="365760" cy="365760"/>
          </a:xfrm>
          <a:prstGeom prst="ellipse">
            <a:avLst/>
          </a:prstGeom>
          <a:solidFill>
            <a:srgbClr val="E87500"/>
          </a:solidFill>
          <a:ln w="12700">
            <a:solidFill>
              <a:srgbClr val="E87500"/>
            </a:solidFill>
            <a:prstDash val="solid"/>
          </a:ln>
        </p:spPr>
      </p:sp>
      <p:sp>
        <p:nvSpPr>
          <p:cNvPr id="13" name="Text 10"/>
          <p:cNvSpPr txBox="1"/>
          <p:nvPr/>
        </p:nvSpPr>
        <p:spPr>
          <a:xfrm>
            <a:off x="3520440" y="1965960"/>
            <a:ext cx="365760" cy="365760"/>
          </a:xfrm>
          <a:prstGeom prst="rect">
            <a:avLst/>
          </a:prstGeom>
          <a:noFill/>
          <a:ln/>
        </p:spPr>
        <p:txBody>
          <a:bodyPr wrap="square" lIns="0" tIns="0" rIns="0" bIns="0"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3474720" y="2468880"/>
            <a:ext cx="2194560" cy="457200"/>
          </a:xfrm>
          <a:prstGeom prst="rect">
            <a:avLst/>
          </a:prstGeom>
          <a:noFill/>
          <a:ln/>
        </p:spPr>
        <p:txBody>
          <a:bodyPr wrap="square" lIns="762" tIns="762" rIns="762" bIns="762" rtlCol="0" anchor="t"/>
          <a:lstStyle/>
          <a:p>
            <a:pPr algn="ctr" indent="0" marL="0">
              <a:buNone/>
            </a:pPr>
            <a:r>
              <a:rPr lang="en-US" sz="2000" b="1" dirty="0">
                <a:solidFill>
                  <a:srgbClr val="EDE3DF"/>
                </a:solidFill>
                <a:latin typeface="Calibri" pitchFamily="34" charset="0"/>
                <a:ea typeface="Calibri" pitchFamily="34" charset="-122"/>
                <a:cs typeface="Calibri" pitchFamily="34" charset="-120"/>
              </a:rPr>
              <a:t>Fitted model</a:t>
            </a:r>
            <a:endParaRPr lang="en-US" sz="2000" dirty="0"/>
          </a:p>
        </p:txBody>
      </p:sp>
      <p:sp>
        <p:nvSpPr>
          <p:cNvPr id="15" name="Text 12"/>
          <p:cNvSpPr txBox="1"/>
          <p:nvPr/>
        </p:nvSpPr>
        <p:spPr>
          <a:xfrm>
            <a:off x="3474720" y="3017520"/>
            <a:ext cx="2194560" cy="731520"/>
          </a:xfrm>
          <a:prstGeom prst="rect">
            <a:avLst/>
          </a:prstGeom>
          <a:noFill/>
          <a:ln/>
        </p:spPr>
        <p:txBody>
          <a:bodyPr wrap="square" lIns="762" tIns="762" rIns="762" bIns="762" rtlCol="0" anchor="t"/>
          <a:lstStyle/>
          <a:p>
            <a:pPr algn="ctr" indent="0" marL="0">
              <a:buNone/>
            </a:pPr>
            <a:r>
              <a:rPr lang="en-US" sz="1600" dirty="0">
                <a:solidFill>
                  <a:srgbClr val="B8B0AC"/>
                </a:solidFill>
                <a:latin typeface="Calibri" pitchFamily="34" charset="0"/>
                <a:ea typeface="Calibri" pitchFamily="34" charset="-122"/>
                <a:cs typeface="Calibri" pitchFamily="34" charset="-120"/>
              </a:rPr>
              <a:t>Relationships in data</a:t>
            </a:r>
            <a:endParaRPr lang="en-US" sz="1600" dirty="0"/>
          </a:p>
        </p:txBody>
      </p:sp>
      <p:sp>
        <p:nvSpPr>
          <p:cNvPr id="16" name="Shape 13"/>
          <p:cNvSpPr/>
          <p:nvPr/>
        </p:nvSpPr>
        <p:spPr>
          <a:xfrm>
            <a:off x="5852160" y="2743200"/>
            <a:ext cx="365760" cy="365760"/>
          </a:xfrm>
          <a:prstGeom prst="rightArrow">
            <a:avLst/>
          </a:prstGeom>
          <a:solidFill>
            <a:srgbClr val="E87500"/>
          </a:solidFill>
          <a:ln w="12700">
            <a:solidFill>
              <a:srgbClr val="E87500"/>
            </a:solidFill>
            <a:prstDash val="solid"/>
          </a:ln>
        </p:spPr>
      </p:sp>
      <p:sp>
        <p:nvSpPr>
          <p:cNvPr id="17" name="Shape 14"/>
          <p:cNvSpPr/>
          <p:nvPr/>
        </p:nvSpPr>
        <p:spPr>
          <a:xfrm>
            <a:off x="6309360" y="1828800"/>
            <a:ext cx="2377440" cy="1920240"/>
          </a:xfrm>
          <a:prstGeom prst="roundRect">
            <a:avLst>
              <a:gd name="adj" fmla="val 5714"/>
            </a:avLst>
          </a:prstGeom>
          <a:solidFill>
            <a:srgbClr val="2B2B2E"/>
          </a:solidFill>
          <a:ln w="19050">
            <a:solidFill>
              <a:srgbClr val="17462F"/>
            </a:solidFill>
            <a:prstDash val="solid"/>
          </a:ln>
        </p:spPr>
      </p:sp>
      <p:sp>
        <p:nvSpPr>
          <p:cNvPr id="18" name="Shape 15"/>
          <p:cNvSpPr/>
          <p:nvPr/>
        </p:nvSpPr>
        <p:spPr>
          <a:xfrm>
            <a:off x="6446520" y="1965960"/>
            <a:ext cx="365760" cy="365760"/>
          </a:xfrm>
          <a:prstGeom prst="ellipse">
            <a:avLst/>
          </a:prstGeom>
          <a:solidFill>
            <a:srgbClr val="E87500"/>
          </a:solidFill>
          <a:ln w="12700">
            <a:solidFill>
              <a:srgbClr val="E87500"/>
            </a:solidFill>
            <a:prstDash val="solid"/>
          </a:ln>
        </p:spPr>
      </p:sp>
      <p:sp>
        <p:nvSpPr>
          <p:cNvPr id="19" name="Text 16"/>
          <p:cNvSpPr txBox="1"/>
          <p:nvPr/>
        </p:nvSpPr>
        <p:spPr>
          <a:xfrm>
            <a:off x="6446520" y="1965960"/>
            <a:ext cx="365760" cy="365760"/>
          </a:xfrm>
          <a:prstGeom prst="rect">
            <a:avLst/>
          </a:prstGeom>
          <a:noFill/>
          <a:ln/>
        </p:spPr>
        <p:txBody>
          <a:bodyPr wrap="square" lIns="0" tIns="0" rIns="0" bIns="0"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6400800" y="2468880"/>
            <a:ext cx="2194560" cy="457200"/>
          </a:xfrm>
          <a:prstGeom prst="rect">
            <a:avLst/>
          </a:prstGeom>
          <a:noFill/>
          <a:ln/>
        </p:spPr>
        <p:txBody>
          <a:bodyPr wrap="square" lIns="762" tIns="762" rIns="762" bIns="762" rtlCol="0" anchor="t"/>
          <a:lstStyle/>
          <a:p>
            <a:pPr algn="ctr" indent="0" marL="0">
              <a:buNone/>
            </a:pPr>
            <a:r>
              <a:rPr lang="en-US" sz="2000" b="1" dirty="0">
                <a:solidFill>
                  <a:srgbClr val="EDE3DF"/>
                </a:solidFill>
                <a:latin typeface="Calibri" pitchFamily="34" charset="0"/>
                <a:ea typeface="Calibri" pitchFamily="34" charset="-122"/>
                <a:cs typeface="Calibri" pitchFamily="34" charset="-120"/>
              </a:rPr>
              <a:t>New estimate</a:t>
            </a:r>
            <a:endParaRPr lang="en-US" sz="2000" dirty="0"/>
          </a:p>
        </p:txBody>
      </p:sp>
      <p:sp>
        <p:nvSpPr>
          <p:cNvPr id="21" name="Text 18"/>
          <p:cNvSpPr txBox="1"/>
          <p:nvPr/>
        </p:nvSpPr>
        <p:spPr>
          <a:xfrm>
            <a:off x="6400800" y="3017520"/>
            <a:ext cx="2194560" cy="731520"/>
          </a:xfrm>
          <a:prstGeom prst="rect">
            <a:avLst/>
          </a:prstGeom>
          <a:noFill/>
          <a:ln/>
        </p:spPr>
        <p:txBody>
          <a:bodyPr wrap="square" lIns="762" tIns="762" rIns="762" bIns="762" rtlCol="0" anchor="t"/>
          <a:lstStyle/>
          <a:p>
            <a:pPr algn="ctr" indent="0" marL="0">
              <a:buNone/>
            </a:pPr>
            <a:r>
              <a:rPr lang="en-US" sz="1600" dirty="0">
                <a:solidFill>
                  <a:srgbClr val="B8B0AC"/>
                </a:solidFill>
                <a:latin typeface="Calibri" pitchFamily="34" charset="0"/>
                <a:ea typeface="Calibri" pitchFamily="34" charset="-122"/>
                <a:cs typeface="Calibri" pitchFamily="34" charset="-120"/>
              </a:rPr>
              <a:t>Points for another game</a:t>
            </a:r>
            <a:endParaRPr lang="en-US" sz="1600" dirty="0"/>
          </a:p>
        </p:txBody>
      </p:sp>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2"/>
          <p:cNvSpPr/>
          <p:nvPr>
            <p:ph idx="112" type="title" hasCustomPrompt="1"/>
          </p:nvPr>
        </p:nvSpPr>
        <p:spPr>
          <a:xfrm>
            <a:off x="457200" y="274320"/>
            <a:ext cx="7772400" cy="731520"/>
          </a:xfrm>
          <a:prstGeom prst="rect">
            <a:avLst/>
          </a:prstGeom>
          <a:noFill/>
          <a:ln/>
        </p:spPr>
        <p:txBody>
          <a:bodyPr wrap="square" lIns="0" tIns="0" rIns="0" bIns="0" rtlCol="0" anchor="ctr"/>
          <a:lstStyle/>
          <a:p>
            <a:pPr algn="l" indent="0" marL="0">
              <a:buNone/>
            </a:pPr>
            <a:r>
              <a:rPr lang="en-US" sz="2400" i="1" dirty="0">
                <a:solidFill>
                  <a:srgbClr val="EDE3DF"/>
                </a:solidFill>
                <a:latin typeface="Arial Black" pitchFamily="34" charset="0"/>
                <a:ea typeface="Arial Black" pitchFamily="34" charset="-122"/>
                <a:cs typeface="Arial Black" pitchFamily="34" charset="-120"/>
              </a:rPr>
              <a:t>Supervised and unsupervised learning</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94560"/>
                <a:gridCol w="3017520"/>
                <a:gridCol w="3017520"/>
              </a:tblGrid>
              <a:tr h="502920">
                <a:tc>
                  <a:txBody>
                    <a:bodyPr/>
                    <a:lstStyle/>
                    <a:p>
                      <a:pPr indent="0" marL="0">
                        <a:buNone/>
                      </a:pP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0E0D10"/>
                    </a:solidFill>
                  </a:tcPr>
                </a:tc>
                <a:tc>
                  <a:txBody>
                    <a:bodyPr/>
                    <a:lstStyle/>
                    <a:p>
                      <a:pPr algn="ctr" indent="0" marL="0">
                        <a:buNone/>
                      </a:pPr>
                      <a:r>
                        <a:rPr lang="en-US" sz="1800" b="1" dirty="0">
                          <a:solidFill>
                            <a:srgbClr val="0E0D10"/>
                          </a:solidFill>
                          <a:latin typeface="Calibri" pitchFamily="34" charset="0"/>
                          <a:ea typeface="Calibri" pitchFamily="34" charset="-122"/>
                          <a:cs typeface="Calibri" pitchFamily="34" charset="-120"/>
                        </a:rPr>
                        <a:t>Supervised</a:t>
                      </a:r>
                      <a:endParaRPr lang="en-US" sz="18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E87500"/>
                    </a:solidFill>
                  </a:tcPr>
                </a:tc>
                <a:tc>
                  <a:txBody>
                    <a:bodyPr/>
                    <a:lstStyle/>
                    <a:p>
                      <a:pPr algn="ctr" indent="0" marL="0">
                        <a:buNone/>
                      </a:pPr>
                      <a:r>
                        <a:rPr lang="en-US" sz="1800" b="1" dirty="0">
                          <a:solidFill>
                            <a:srgbClr val="EDE3DF"/>
                          </a:solidFill>
                          <a:latin typeface="Calibri" pitchFamily="34" charset="0"/>
                          <a:ea typeface="Calibri" pitchFamily="34" charset="-122"/>
                          <a:cs typeface="Calibri" pitchFamily="34" charset="-120"/>
                        </a:rPr>
                        <a:t>Unsupervised</a:t>
                      </a:r>
                      <a:endParaRPr lang="en-US" sz="18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1E6B4F"/>
                    </a:solidFill>
                  </a:tcPr>
                </a:tc>
              </a:tr>
              <a:tr h="548640">
                <a:tc>
                  <a:txBody>
                    <a:bodyPr/>
                    <a:lstStyle/>
                    <a:p>
                      <a:pPr indent="0" marL="0">
                        <a:buNone/>
                      </a:pPr>
                      <a:r>
                        <a:rPr lang="en-US" sz="1600" b="1" dirty="0">
                          <a:solidFill>
                            <a:srgbClr val="6FD8B0"/>
                          </a:solidFill>
                          <a:latin typeface="Calibri" pitchFamily="34" charset="0"/>
                          <a:ea typeface="Calibri" pitchFamily="34" charset="-122"/>
                          <a:cs typeface="Calibri" pitchFamily="34" charset="-120"/>
                        </a:rPr>
                        <a:t>Known target?</a:t>
                      </a:r>
                      <a:endParaRPr lang="en-US" sz="16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1600" dirty="0">
                          <a:solidFill>
                            <a:srgbClr val="EDE3DF"/>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1600" dirty="0">
                          <a:solidFill>
                            <a:srgbClr val="EDE3DF"/>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r h="731520">
                <a:tc>
                  <a:txBody>
                    <a:bodyPr/>
                    <a:lstStyle/>
                    <a:p>
                      <a:pPr indent="0" marL="0">
                        <a:buNone/>
                      </a:pPr>
                      <a:r>
                        <a:rPr lang="en-US" sz="1600" b="1" dirty="0">
                          <a:solidFill>
                            <a:srgbClr val="6FD8B0"/>
                          </a:solidFill>
                          <a:latin typeface="Calibri" pitchFamily="34" charset="0"/>
                          <a:ea typeface="Calibri" pitchFamily="34" charset="-122"/>
                          <a:cs typeface="Calibri" pitchFamily="34" charset="-120"/>
                        </a:rPr>
                        <a:t>Our tools</a:t>
                      </a:r>
                      <a:endParaRPr lang="en-US" sz="16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1600" dirty="0">
                          <a:solidFill>
                            <a:srgbClr val="EDE3DF"/>
                          </a:solidFill>
                          <a:latin typeface="Calibri" pitchFamily="34" charset="0"/>
                          <a:ea typeface="Calibri" pitchFamily="34" charset="-122"/>
                          <a:cs typeface="Calibri" pitchFamily="34" charset="-120"/>
                        </a:rPr>
                        <a:t>Regression</a:t>
                      </a:r>
                      <a:endParaRPr lang="en-US" sz="1600" dirty="0">
                        <a:latin typeface="Calibri" charset="0"/>
                        <a:ea typeface="Calibri" charset="0"/>
                        <a:cs typeface="Calibri" charset="0"/>
                      </a:endParaRPr>
                    </a:p>
                    <a:p>
                      <a:pPr algn="ctr" indent="0" marL="0">
                        <a:buNone/>
                      </a:pPr>
                      <a:r>
                        <a:rPr lang="en-US" sz="1600" dirty="0">
                          <a:solidFill>
                            <a:srgbClr val="EDE3DF"/>
                          </a:solidFill>
                          <a:latin typeface="Calibri" pitchFamily="34" charset="0"/>
                          <a:ea typeface="Calibri" pitchFamily="34" charset="-122"/>
                          <a:cs typeface="Calibri" pitchFamily="34" charset="-120"/>
                        </a:rPr>
                        <a:t>Classification</a:t>
                      </a:r>
                      <a:endParaRPr lang="en-US" sz="16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1600" dirty="0">
                          <a:solidFill>
                            <a:srgbClr val="EDE3DF"/>
                          </a:solidFill>
                          <a:latin typeface="Calibri" pitchFamily="34" charset="0"/>
                          <a:ea typeface="Calibri" pitchFamily="34" charset="-122"/>
                          <a:cs typeface="Calibri" pitchFamily="34" charset="-120"/>
                        </a:rPr>
                        <a:t>K-Means</a:t>
                      </a:r>
                      <a:endParaRPr lang="en-US" sz="1600" dirty="0">
                        <a:latin typeface="Calibri" charset="0"/>
                        <a:ea typeface="Calibri" charset="0"/>
                        <a:cs typeface="Calibri" charset="0"/>
                      </a:endParaRPr>
                    </a:p>
                    <a:p>
                      <a:pPr algn="ctr" indent="0" marL="0">
                        <a:buNone/>
                      </a:pPr>
                      <a:r>
                        <a:rPr lang="en-US" sz="1600" dirty="0">
                          <a:solidFill>
                            <a:srgbClr val="EDE3DF"/>
                          </a:solidFill>
                          <a:latin typeface="Calibri" pitchFamily="34" charset="0"/>
                          <a:ea typeface="Calibri" pitchFamily="34" charset="-122"/>
                          <a:cs typeface="Calibri" pitchFamily="34" charset="-120"/>
                        </a:rPr>
                        <a:t>PCA</a:t>
                      </a:r>
                      <a:endParaRPr lang="en-US" sz="16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r h="548640">
                <a:tc>
                  <a:txBody>
                    <a:bodyPr/>
                    <a:lstStyle/>
                    <a:p>
                      <a:pPr indent="0" marL="0">
                        <a:buNone/>
                      </a:pPr>
                      <a:r>
                        <a:rPr lang="en-US" sz="1600" b="1" dirty="0">
                          <a:solidFill>
                            <a:srgbClr val="6FD8B0"/>
                          </a:solidFill>
                          <a:latin typeface="Calibri" pitchFamily="34" charset="0"/>
                          <a:ea typeface="Calibri" pitchFamily="34" charset="-122"/>
                          <a:cs typeface="Calibri" pitchFamily="34" charset="-120"/>
                        </a:rPr>
                        <a:t>Sports task</a:t>
                      </a:r>
                      <a:endParaRPr lang="en-US" sz="16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1600" dirty="0">
                          <a:solidFill>
                            <a:srgbClr val="EDE3DF"/>
                          </a:solidFill>
                          <a:latin typeface="Calibri" pitchFamily="34" charset="0"/>
                          <a:ea typeface="Calibri" pitchFamily="34" charset="-122"/>
                          <a:cs typeface="Calibri" pitchFamily="34" charset="-120"/>
                        </a:rPr>
                        <a:t>Points or goal outcome</a:t>
                      </a:r>
                      <a:endParaRPr lang="en-US" sz="16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1600" dirty="0">
                          <a:solidFill>
                            <a:srgbClr val="EDE3DF"/>
                          </a:solidFill>
                          <a:latin typeface="Calibri" pitchFamily="34" charset="0"/>
                          <a:ea typeface="Calibri" pitchFamily="34" charset="-122"/>
                          <a:cs typeface="Calibri" pitchFamily="34" charset="-120"/>
                        </a:rPr>
                        <a:t>Profiles or a simpler map</a:t>
                      </a:r>
                      <a:endParaRPr lang="en-US" sz="16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bl>
          </a:graphicData>
        </a:graphic>
      </p:graphicFrame>
      <p:sp>
        <p:nvSpPr>
          <p:cNvPr id="5" name="Shape 1"/>
          <p:cNvSpPr/>
          <p:nvPr/>
        </p:nvSpPr>
        <p:spPr>
          <a:xfrm>
            <a:off x="1371600" y="3840480"/>
            <a:ext cx="6400800" cy="548640"/>
          </a:xfrm>
          <a:prstGeom prst="roundRect">
            <a:avLst>
              <a:gd name="adj" fmla="val 25000"/>
            </a:avLst>
          </a:prstGeom>
          <a:solidFill>
            <a:srgbClr val="17462F"/>
          </a:solidFill>
          <a:ln w="12700">
            <a:solidFill>
              <a:srgbClr val="6FD8B0"/>
            </a:solidFill>
            <a:prstDash val="solid"/>
          </a:ln>
        </p:spPr>
      </p:sp>
      <p:sp>
        <p:nvSpPr>
          <p:cNvPr id="6" name="Text 2"/>
          <p:cNvSpPr txBox="1"/>
          <p:nvPr/>
        </p:nvSpPr>
        <p:spPr>
          <a:xfrm>
            <a:off x="1371600" y="3840480"/>
            <a:ext cx="6400800" cy="548640"/>
          </a:xfrm>
          <a:prstGeom prst="rect">
            <a:avLst/>
          </a:prstGeom>
          <a:noFill/>
          <a:ln/>
        </p:spPr>
        <p:txBody>
          <a:bodyPr wrap="square" lIns="762" tIns="762" rIns="762" bIns="762" rtlCol="0" anchor="ctr"/>
          <a:lstStyle/>
          <a:p>
            <a:pPr algn="ctr" indent="0" marL="0">
              <a:buNone/>
            </a:pPr>
            <a:r>
              <a:rPr lang="en-US" sz="1800" b="1" dirty="0">
                <a:solidFill>
                  <a:srgbClr val="EDE3DF"/>
                </a:solidFill>
                <a:latin typeface="Calibri" pitchFamily="34" charset="0"/>
                <a:ea typeface="Calibri" pitchFamily="34" charset="-122"/>
                <a:cs typeface="Calibri" pitchFamily="34" charset="-120"/>
              </a:rPr>
              <a:t>Quick vote: Is grouping players by statistics supervised?</a:t>
            </a:r>
            <a:endParaRPr lang="en-US" sz="1800" dirty="0"/>
          </a:p>
        </p:txBody>
      </p:sp>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2"/>
          <p:cNvSpPr/>
          <p:nvPr>
            <p:ph idx="112" type="title" hasCustomPrompt="1"/>
          </p:nvPr>
        </p:nvSpPr>
        <p:spPr>
          <a:xfrm>
            <a:off x="457200" y="274320"/>
            <a:ext cx="7772400" cy="731520"/>
          </a:xfrm>
          <a:prstGeom prst="rect">
            <a:avLst/>
          </a:prstGeom>
          <a:noFill/>
          <a:ln/>
        </p:spPr>
        <p:txBody>
          <a:bodyPr wrap="square" lIns="0" tIns="0" rIns="0" bIns="0" rtlCol="0" anchor="ctr"/>
          <a:lstStyle/>
          <a:p>
            <a:pPr algn="l" indent="0" marL="0">
              <a:buNone/>
            </a:pPr>
            <a:r>
              <a:rPr lang="en-US" sz="2400" i="1" dirty="0">
                <a:solidFill>
                  <a:srgbClr val="EDE3DF"/>
                </a:solidFill>
                <a:latin typeface="Arial Black" pitchFamily="34" charset="0"/>
                <a:ea typeface="Arial Black" pitchFamily="34" charset="-122"/>
                <a:cs typeface="Arial Black" pitchFamily="34" charset="-120"/>
              </a:rPr>
              <a:t>Sports in 60 seconds</a:t>
            </a:r>
            <a:endParaRPr lang="en-US" sz="2400" dirty="0"/>
          </a:p>
        </p:txBody>
      </p:sp>
      <p:sp>
        <p:nvSpPr>
          <p:cNvPr id="4" name="Shape 1"/>
          <p:cNvSpPr/>
          <p:nvPr/>
        </p:nvSpPr>
        <p:spPr>
          <a:xfrm>
            <a:off x="457200" y="1188720"/>
            <a:ext cx="2651760" cy="3383280"/>
          </a:xfrm>
          <a:prstGeom prst="roundRect">
            <a:avLst>
              <a:gd name="adj" fmla="val 4138"/>
            </a:avLst>
          </a:prstGeom>
          <a:solidFill>
            <a:srgbClr val="2B2B2E"/>
          </a:solidFill>
          <a:ln w="19050">
            <a:solidFill>
              <a:srgbClr val="17462F"/>
            </a:solidFill>
            <a:prstDash val="solid"/>
          </a:ln>
        </p:spPr>
      </p:sp>
      <p:sp>
        <p:nvSpPr>
          <p:cNvPr id="5" name="Shape 2"/>
          <p:cNvSpPr/>
          <p:nvPr/>
        </p:nvSpPr>
        <p:spPr>
          <a:xfrm>
            <a:off x="548640" y="1280160"/>
            <a:ext cx="2468880" cy="365760"/>
          </a:xfrm>
          <a:prstGeom prst="roundRect">
            <a:avLst>
              <a:gd name="adj" fmla="val 37500"/>
            </a:avLst>
          </a:prstGeom>
          <a:solidFill>
            <a:srgbClr val="E87500"/>
          </a:solidFill>
          <a:ln w="12700">
            <a:solidFill>
              <a:srgbClr val="E87500"/>
            </a:solidFill>
            <a:prstDash val="solid"/>
          </a:ln>
        </p:spPr>
      </p:sp>
      <p:sp>
        <p:nvSpPr>
          <p:cNvPr id="6" name="Text 3"/>
          <p:cNvSpPr txBox="1"/>
          <p:nvPr/>
        </p:nvSpPr>
        <p:spPr>
          <a:xfrm>
            <a:off x="548640" y="1280160"/>
            <a:ext cx="2468880" cy="365760"/>
          </a:xfrm>
          <a:prstGeom prst="rect">
            <a:avLst/>
          </a:prstGeom>
          <a:noFill/>
          <a:ln/>
        </p:spPr>
        <p:txBody>
          <a:bodyPr wrap="square" lIns="762" tIns="762" rIns="762" bIns="762" rtlCol="0" anchor="ctr"/>
          <a:lstStyle/>
          <a:p>
            <a:pPr algn="ctr" indent="0" marL="0">
              <a:buNone/>
            </a:pPr>
            <a:r>
              <a:rPr lang="en-US" sz="1600" b="1" dirty="0">
                <a:solidFill>
                  <a:srgbClr val="0E0D10"/>
                </a:solidFill>
                <a:latin typeface="Calibri" pitchFamily="34" charset="0"/>
                <a:ea typeface="Calibri" pitchFamily="34" charset="-122"/>
                <a:cs typeface="Calibri" pitchFamily="34" charset="-120"/>
              </a:rPr>
              <a:t>Football (NFL)</a:t>
            </a:r>
            <a:endParaRPr lang="en-US" sz="1600" dirty="0"/>
          </a:p>
        </p:txBody>
      </p:sp>
      <p:sp>
        <p:nvSpPr>
          <p:cNvPr id="7" name="Text 4"/>
          <p:cNvSpPr txBox="1"/>
          <p:nvPr/>
        </p:nvSpPr>
        <p:spPr>
          <a:xfrm>
            <a:off x="548640" y="1737360"/>
            <a:ext cx="2468880" cy="2286000"/>
          </a:xfrm>
          <a:prstGeom prst="rect">
            <a:avLst/>
          </a:prstGeom>
          <a:noFill/>
          <a:ln/>
        </p:spPr>
        <p:txBody>
          <a:bodyPr wrap="square" lIns="762" tIns="762" rIns="762" bIns="762" rtlCol="0" anchor="t"/>
          <a:lstStyle/>
          <a:p>
            <a:pPr indent="0" marL="0">
              <a:spcAft>
                <a:spcPts val="400"/>
              </a:spcAft>
              <a:buNone/>
            </a:pPr>
            <a:r>
              <a:rPr lang="en-US" sz="1200" b="1" dirty="0">
                <a:solidFill>
                  <a:srgbClr val="6FD8B0"/>
                </a:solidFill>
                <a:latin typeface="Calibri" pitchFamily="34" charset="0"/>
                <a:ea typeface="Calibri" pitchFamily="34" charset="-122"/>
                <a:cs typeface="Calibri" pitchFamily="34" charset="-120"/>
              </a:rPr>
              <a:t>Points scored: </a:t>
            </a:r>
            <a:pPr indent="0" marL="0">
              <a:spcAft>
                <a:spcPts val="400"/>
              </a:spcAft>
              <a:buNone/>
            </a:pPr>
            <a:r>
              <a:rPr lang="en-US" sz="1200" dirty="0">
                <a:solidFill>
                  <a:srgbClr val="EDE3DF"/>
                </a:solidFill>
                <a:latin typeface="Calibri" pitchFamily="34" charset="0"/>
                <a:ea typeface="Calibri" pitchFamily="34" charset="-122"/>
                <a:cs typeface="Calibri" pitchFamily="34" charset="-120"/>
              </a:rPr>
              <a:t>what a team puts up.</a:t>
            </a:r>
            <a:endParaRPr lang="en-US" sz="1200" dirty="0"/>
          </a:p>
          <a:p>
            <a:pPr indent="0" marL="0">
              <a:spcAft>
                <a:spcPts val="400"/>
              </a:spcAft>
              <a:buNone/>
            </a:pPr>
            <a:r>
              <a:rPr lang="en-US" sz="1200" b="1" dirty="0">
                <a:solidFill>
                  <a:srgbClr val="6FD8B0"/>
                </a:solidFill>
                <a:latin typeface="Calibri" pitchFamily="34" charset="0"/>
                <a:ea typeface="Calibri" pitchFamily="34" charset="-122"/>
                <a:cs typeface="Calibri" pitchFamily="34" charset="-120"/>
              </a:rPr>
              <a:t>Points allowed: </a:t>
            </a:r>
            <a:pPr indent="0" marL="0">
              <a:spcAft>
                <a:spcPts val="400"/>
              </a:spcAft>
              <a:buNone/>
            </a:pPr>
            <a:r>
              <a:rPr lang="en-US" sz="1200" dirty="0">
                <a:solidFill>
                  <a:srgbClr val="EDE3DF"/>
                </a:solidFill>
                <a:latin typeface="Calibri" pitchFamily="34" charset="0"/>
                <a:ea typeface="Calibri" pitchFamily="34" charset="-122"/>
                <a:cs typeface="Calibri" pitchFamily="34" charset="-120"/>
              </a:rPr>
              <a:t>what the other team scores against it.</a:t>
            </a:r>
            <a:endParaRPr lang="en-US" sz="1200" dirty="0"/>
          </a:p>
          <a:p>
            <a:pPr indent="0" marL="0">
              <a:spcAft>
                <a:spcPts val="400"/>
              </a:spcAft>
              <a:buNone/>
            </a:pPr>
            <a:r>
              <a:rPr lang="en-US" sz="1200" b="1" dirty="0">
                <a:solidFill>
                  <a:srgbClr val="6FD8B0"/>
                </a:solidFill>
                <a:latin typeface="Calibri" pitchFamily="34" charset="0"/>
                <a:ea typeface="Calibri" pitchFamily="34" charset="-122"/>
                <a:cs typeface="Calibri" pitchFamily="34" charset="-120"/>
              </a:rPr>
              <a:t>Rest: </a:t>
            </a:r>
            <a:pPr indent="0" marL="0">
              <a:spcAft>
                <a:spcPts val="400"/>
              </a:spcAft>
              <a:buNone/>
            </a:pPr>
            <a:r>
              <a:rPr lang="en-US" sz="1200" dirty="0">
                <a:solidFill>
                  <a:srgbClr val="EDE3DF"/>
                </a:solidFill>
                <a:latin typeface="Calibri" pitchFamily="34" charset="0"/>
                <a:ea typeface="Calibri" pitchFamily="34" charset="-122"/>
                <a:cs typeface="Calibri" pitchFamily="34" charset="-120"/>
              </a:rPr>
              <a:t>days since a team’s last game.</a:t>
            </a:r>
            <a:endParaRPr lang="en-US" sz="1200" dirty="0"/>
          </a:p>
        </p:txBody>
      </p:sp>
      <p:sp>
        <p:nvSpPr>
          <p:cNvPr id="8" name="Shape 5"/>
          <p:cNvSpPr/>
          <p:nvPr/>
        </p:nvSpPr>
        <p:spPr>
          <a:xfrm>
            <a:off x="548640" y="4069080"/>
            <a:ext cx="2468880" cy="365760"/>
          </a:xfrm>
          <a:prstGeom prst="roundRect">
            <a:avLst>
              <a:gd name="adj" fmla="val 37500"/>
            </a:avLst>
          </a:prstGeom>
          <a:solidFill>
            <a:srgbClr val="17462F"/>
          </a:solidFill>
          <a:ln w="12700">
            <a:solidFill>
              <a:srgbClr val="17462F"/>
            </a:solidFill>
            <a:prstDash val="solid"/>
          </a:ln>
        </p:spPr>
      </p:sp>
      <p:sp>
        <p:nvSpPr>
          <p:cNvPr id="9" name="Text 6"/>
          <p:cNvSpPr txBox="1"/>
          <p:nvPr/>
        </p:nvSpPr>
        <p:spPr>
          <a:xfrm>
            <a:off x="548640" y="4069080"/>
            <a:ext cx="2468880" cy="365760"/>
          </a:xfrm>
          <a:prstGeom prst="rect">
            <a:avLst/>
          </a:prstGeom>
          <a:noFill/>
          <a:ln/>
        </p:spPr>
        <p:txBody>
          <a:bodyPr wrap="square" lIns="762" tIns="762" rIns="762" bIns="762" rtlCol="0" anchor="ctr"/>
          <a:lstStyle/>
          <a:p>
            <a:pPr algn="ctr" indent="0" marL="0">
              <a:buNone/>
            </a:pPr>
            <a:r>
              <a:rPr lang="en-US" sz="1200" b="1" dirty="0">
                <a:solidFill>
                  <a:srgbClr val="EDE3DF"/>
                </a:solidFill>
                <a:latin typeface="Calibri" pitchFamily="34" charset="0"/>
                <a:ea typeface="Calibri" pitchFamily="34" charset="-122"/>
                <a:cs typeface="Calibri" pitchFamily="34" charset="-120"/>
              </a:rPr>
              <a:t>Task: predict home points</a:t>
            </a:r>
            <a:endParaRPr lang="en-US" sz="1200" dirty="0"/>
          </a:p>
        </p:txBody>
      </p:sp>
      <p:sp>
        <p:nvSpPr>
          <p:cNvPr id="10" name="Shape 7"/>
          <p:cNvSpPr/>
          <p:nvPr/>
        </p:nvSpPr>
        <p:spPr>
          <a:xfrm>
            <a:off x="3246120" y="1188720"/>
            <a:ext cx="2651760" cy="3383280"/>
          </a:xfrm>
          <a:prstGeom prst="roundRect">
            <a:avLst>
              <a:gd name="adj" fmla="val 4138"/>
            </a:avLst>
          </a:prstGeom>
          <a:solidFill>
            <a:srgbClr val="2B2B2E"/>
          </a:solidFill>
          <a:ln w="19050">
            <a:solidFill>
              <a:srgbClr val="17462F"/>
            </a:solidFill>
            <a:prstDash val="solid"/>
          </a:ln>
        </p:spPr>
      </p:sp>
      <p:sp>
        <p:nvSpPr>
          <p:cNvPr id="11" name="Shape 8"/>
          <p:cNvSpPr/>
          <p:nvPr/>
        </p:nvSpPr>
        <p:spPr>
          <a:xfrm>
            <a:off x="3337560" y="1280160"/>
            <a:ext cx="2468880" cy="365760"/>
          </a:xfrm>
          <a:prstGeom prst="roundRect">
            <a:avLst>
              <a:gd name="adj" fmla="val 37500"/>
            </a:avLst>
          </a:prstGeom>
          <a:solidFill>
            <a:srgbClr val="E87500"/>
          </a:solidFill>
          <a:ln w="12700">
            <a:solidFill>
              <a:srgbClr val="E87500"/>
            </a:solidFill>
            <a:prstDash val="solid"/>
          </a:ln>
        </p:spPr>
      </p:sp>
      <p:sp>
        <p:nvSpPr>
          <p:cNvPr id="12" name="Text 9"/>
          <p:cNvSpPr txBox="1"/>
          <p:nvPr/>
        </p:nvSpPr>
        <p:spPr>
          <a:xfrm>
            <a:off x="3337560" y="1280160"/>
            <a:ext cx="2468880" cy="365760"/>
          </a:xfrm>
          <a:prstGeom prst="rect">
            <a:avLst/>
          </a:prstGeom>
          <a:noFill/>
          <a:ln/>
        </p:spPr>
        <p:txBody>
          <a:bodyPr wrap="square" lIns="762" tIns="762" rIns="762" bIns="762" rtlCol="0" anchor="ctr"/>
          <a:lstStyle/>
          <a:p>
            <a:pPr algn="ctr" indent="0" marL="0">
              <a:buNone/>
            </a:pPr>
            <a:r>
              <a:rPr lang="en-US" sz="1600" b="1" dirty="0">
                <a:solidFill>
                  <a:srgbClr val="0E0D10"/>
                </a:solidFill>
                <a:latin typeface="Calibri" pitchFamily="34" charset="0"/>
                <a:ea typeface="Calibri" pitchFamily="34" charset="-122"/>
                <a:cs typeface="Calibri" pitchFamily="34" charset="-120"/>
              </a:rPr>
              <a:t>Soccer</a:t>
            </a:r>
            <a:endParaRPr lang="en-US" sz="1600" dirty="0"/>
          </a:p>
        </p:txBody>
      </p:sp>
      <p:sp>
        <p:nvSpPr>
          <p:cNvPr id="13" name="Text 10"/>
          <p:cNvSpPr txBox="1"/>
          <p:nvPr/>
        </p:nvSpPr>
        <p:spPr>
          <a:xfrm>
            <a:off x="3337560" y="1737360"/>
            <a:ext cx="2468880" cy="2286000"/>
          </a:xfrm>
          <a:prstGeom prst="rect">
            <a:avLst/>
          </a:prstGeom>
          <a:noFill/>
          <a:ln/>
        </p:spPr>
        <p:txBody>
          <a:bodyPr wrap="square" lIns="762" tIns="762" rIns="762" bIns="762" rtlCol="0" anchor="t"/>
          <a:lstStyle/>
          <a:p>
            <a:pPr indent="0" marL="0">
              <a:spcAft>
                <a:spcPts val="400"/>
              </a:spcAft>
              <a:buNone/>
            </a:pPr>
            <a:r>
              <a:rPr lang="en-US" sz="1200" b="1" dirty="0">
                <a:solidFill>
                  <a:srgbClr val="6FD8B0"/>
                </a:solidFill>
                <a:latin typeface="Calibri" pitchFamily="34" charset="0"/>
                <a:ea typeface="Calibri" pitchFamily="34" charset="-122"/>
                <a:cs typeface="Calibri" pitchFamily="34" charset="-120"/>
              </a:rPr>
              <a:t>Shot: </a:t>
            </a:r>
            <a:pPr indent="0" marL="0">
              <a:spcAft>
                <a:spcPts val="400"/>
              </a:spcAft>
              <a:buNone/>
            </a:pPr>
            <a:r>
              <a:rPr lang="en-US" sz="1200" dirty="0">
                <a:solidFill>
                  <a:srgbClr val="EDE3DF"/>
                </a:solidFill>
                <a:latin typeface="Calibri" pitchFamily="34" charset="0"/>
                <a:ea typeface="Calibri" pitchFamily="34" charset="-122"/>
                <a:cs typeface="Calibri" pitchFamily="34" charset="-120"/>
              </a:rPr>
              <a:t>an attempt to score.</a:t>
            </a:r>
            <a:endParaRPr lang="en-US" sz="1200" dirty="0"/>
          </a:p>
          <a:p>
            <a:pPr indent="0" marL="0">
              <a:spcAft>
                <a:spcPts val="400"/>
              </a:spcAft>
              <a:buNone/>
            </a:pPr>
            <a:r>
              <a:rPr lang="en-US" sz="1200" b="1" dirty="0">
                <a:solidFill>
                  <a:srgbClr val="6FD8B0"/>
                </a:solidFill>
                <a:latin typeface="Calibri" pitchFamily="34" charset="0"/>
                <a:ea typeface="Calibri" pitchFamily="34" charset="-122"/>
                <a:cs typeface="Calibri" pitchFamily="34" charset="-120"/>
              </a:rPr>
              <a:t>Goal: </a:t>
            </a:r>
            <a:pPr indent="0" marL="0">
              <a:spcAft>
                <a:spcPts val="400"/>
              </a:spcAft>
              <a:buNone/>
            </a:pPr>
            <a:r>
              <a:rPr lang="en-US" sz="1200" dirty="0">
                <a:solidFill>
                  <a:srgbClr val="EDE3DF"/>
                </a:solidFill>
                <a:latin typeface="Calibri" pitchFamily="34" charset="0"/>
                <a:ea typeface="Calibri" pitchFamily="34" charset="-122"/>
                <a:cs typeface="Calibri" pitchFamily="34" charset="-120"/>
              </a:rPr>
              <a:t>a shot that scores, about 1 in 10 here.</a:t>
            </a:r>
            <a:endParaRPr lang="en-US" sz="1200" dirty="0"/>
          </a:p>
          <a:p>
            <a:pPr indent="0" marL="0">
              <a:spcAft>
                <a:spcPts val="400"/>
              </a:spcAft>
              <a:buNone/>
            </a:pPr>
            <a:r>
              <a:rPr lang="en-US" sz="1200" b="1" dirty="0">
                <a:solidFill>
                  <a:srgbClr val="6FD8B0"/>
                </a:solidFill>
                <a:latin typeface="Calibri" pitchFamily="34" charset="0"/>
                <a:ea typeface="Calibri" pitchFamily="34" charset="-122"/>
                <a:cs typeface="Calibri" pitchFamily="34" charset="-120"/>
              </a:rPr>
              <a:t>Distance: </a:t>
            </a:r>
            <a:pPr indent="0" marL="0">
              <a:spcAft>
                <a:spcPts val="400"/>
              </a:spcAft>
              <a:buNone/>
            </a:pPr>
            <a:r>
              <a:rPr lang="en-US" sz="1200" dirty="0">
                <a:solidFill>
                  <a:srgbClr val="EDE3DF"/>
                </a:solidFill>
                <a:latin typeface="Calibri" pitchFamily="34" charset="0"/>
                <a:ea typeface="Calibri" pitchFamily="34" charset="-122"/>
                <a:cs typeface="Calibri" pitchFamily="34" charset="-120"/>
              </a:rPr>
              <a:t>how far the shot was from goal, in pitch coordinates, not metres.</a:t>
            </a:r>
            <a:endParaRPr lang="en-US" sz="1200" dirty="0"/>
          </a:p>
        </p:txBody>
      </p:sp>
      <p:sp>
        <p:nvSpPr>
          <p:cNvPr id="14" name="Shape 11"/>
          <p:cNvSpPr/>
          <p:nvPr/>
        </p:nvSpPr>
        <p:spPr>
          <a:xfrm>
            <a:off x="3337560" y="4069080"/>
            <a:ext cx="2468880" cy="365760"/>
          </a:xfrm>
          <a:prstGeom prst="roundRect">
            <a:avLst>
              <a:gd name="adj" fmla="val 37500"/>
            </a:avLst>
          </a:prstGeom>
          <a:solidFill>
            <a:srgbClr val="17462F"/>
          </a:solidFill>
          <a:ln w="12700">
            <a:solidFill>
              <a:srgbClr val="17462F"/>
            </a:solidFill>
            <a:prstDash val="solid"/>
          </a:ln>
        </p:spPr>
      </p:sp>
      <p:sp>
        <p:nvSpPr>
          <p:cNvPr id="15" name="Text 12"/>
          <p:cNvSpPr txBox="1"/>
          <p:nvPr/>
        </p:nvSpPr>
        <p:spPr>
          <a:xfrm>
            <a:off x="3337560" y="4069080"/>
            <a:ext cx="2468880" cy="365760"/>
          </a:xfrm>
          <a:prstGeom prst="rect">
            <a:avLst/>
          </a:prstGeom>
          <a:noFill/>
          <a:ln/>
        </p:spPr>
        <p:txBody>
          <a:bodyPr wrap="square" lIns="762" tIns="762" rIns="762" bIns="762" rtlCol="0" anchor="ctr"/>
          <a:lstStyle/>
          <a:p>
            <a:pPr algn="ctr" indent="0" marL="0">
              <a:buNone/>
            </a:pPr>
            <a:r>
              <a:rPr lang="en-US" sz="1200" b="1" dirty="0">
                <a:solidFill>
                  <a:srgbClr val="EDE3DF"/>
                </a:solidFill>
                <a:latin typeface="Calibri" pitchFamily="34" charset="0"/>
                <a:ea typeface="Calibri" pitchFamily="34" charset="-122"/>
                <a:cs typeface="Calibri" pitchFamily="34" charset="-120"/>
              </a:rPr>
              <a:t>Task: will this shot score?</a:t>
            </a:r>
            <a:endParaRPr lang="en-US" sz="1200" dirty="0"/>
          </a:p>
        </p:txBody>
      </p:sp>
      <p:sp>
        <p:nvSpPr>
          <p:cNvPr id="16" name="Shape 13"/>
          <p:cNvSpPr/>
          <p:nvPr/>
        </p:nvSpPr>
        <p:spPr>
          <a:xfrm>
            <a:off x="6035040" y="1188720"/>
            <a:ext cx="2651760" cy="3383280"/>
          </a:xfrm>
          <a:prstGeom prst="roundRect">
            <a:avLst>
              <a:gd name="adj" fmla="val 4138"/>
            </a:avLst>
          </a:prstGeom>
          <a:solidFill>
            <a:srgbClr val="2B2B2E"/>
          </a:solidFill>
          <a:ln w="19050">
            <a:solidFill>
              <a:srgbClr val="17462F"/>
            </a:solidFill>
            <a:prstDash val="solid"/>
          </a:ln>
        </p:spPr>
      </p:sp>
      <p:sp>
        <p:nvSpPr>
          <p:cNvPr id="17" name="Shape 14"/>
          <p:cNvSpPr/>
          <p:nvPr/>
        </p:nvSpPr>
        <p:spPr>
          <a:xfrm>
            <a:off x="6126480" y="1280160"/>
            <a:ext cx="2468880" cy="365760"/>
          </a:xfrm>
          <a:prstGeom prst="roundRect">
            <a:avLst>
              <a:gd name="adj" fmla="val 37500"/>
            </a:avLst>
          </a:prstGeom>
          <a:solidFill>
            <a:srgbClr val="E87500"/>
          </a:solidFill>
          <a:ln w="12700">
            <a:solidFill>
              <a:srgbClr val="E87500"/>
            </a:solidFill>
            <a:prstDash val="solid"/>
          </a:ln>
        </p:spPr>
      </p:sp>
      <p:sp>
        <p:nvSpPr>
          <p:cNvPr id="18" name="Text 15"/>
          <p:cNvSpPr txBox="1"/>
          <p:nvPr/>
        </p:nvSpPr>
        <p:spPr>
          <a:xfrm>
            <a:off x="6126480" y="1280160"/>
            <a:ext cx="2468880" cy="365760"/>
          </a:xfrm>
          <a:prstGeom prst="rect">
            <a:avLst/>
          </a:prstGeom>
          <a:noFill/>
          <a:ln/>
        </p:spPr>
        <p:txBody>
          <a:bodyPr wrap="square" lIns="762" tIns="762" rIns="762" bIns="762" rtlCol="0" anchor="ctr"/>
          <a:lstStyle/>
          <a:p>
            <a:pPr algn="ctr" indent="0" marL="0">
              <a:buNone/>
            </a:pPr>
            <a:r>
              <a:rPr lang="en-US" sz="1600" b="1" dirty="0">
                <a:solidFill>
                  <a:srgbClr val="0E0D10"/>
                </a:solidFill>
                <a:latin typeface="Calibri" pitchFamily="34" charset="0"/>
                <a:ea typeface="Calibri" pitchFamily="34" charset="-122"/>
                <a:cs typeface="Calibri" pitchFamily="34" charset="-120"/>
              </a:rPr>
              <a:t>Basketball</a:t>
            </a:r>
            <a:endParaRPr lang="en-US" sz="1600" dirty="0"/>
          </a:p>
        </p:txBody>
      </p:sp>
      <p:sp>
        <p:nvSpPr>
          <p:cNvPr id="19" name="Text 16"/>
          <p:cNvSpPr txBox="1"/>
          <p:nvPr/>
        </p:nvSpPr>
        <p:spPr>
          <a:xfrm>
            <a:off x="6126480" y="1737360"/>
            <a:ext cx="2468880" cy="2286000"/>
          </a:xfrm>
          <a:prstGeom prst="rect">
            <a:avLst/>
          </a:prstGeom>
          <a:noFill/>
          <a:ln/>
        </p:spPr>
        <p:txBody>
          <a:bodyPr wrap="square" lIns="762" tIns="762" rIns="762" bIns="762" rtlCol="0" anchor="t"/>
          <a:lstStyle/>
          <a:p>
            <a:pPr indent="0" marL="0">
              <a:spcAft>
                <a:spcPts val="400"/>
              </a:spcAft>
              <a:buNone/>
            </a:pPr>
            <a:r>
              <a:rPr lang="en-US" sz="1200" b="1" dirty="0">
                <a:solidFill>
                  <a:srgbClr val="6FD8B0"/>
                </a:solidFill>
                <a:latin typeface="Calibri" pitchFamily="34" charset="0"/>
                <a:ea typeface="Calibri" pitchFamily="34" charset="-122"/>
                <a:cs typeface="Calibri" pitchFamily="34" charset="-120"/>
              </a:rPr>
              <a:t>PTS: </a:t>
            </a:r>
            <a:pPr indent="0" marL="0">
              <a:spcAft>
                <a:spcPts val="400"/>
              </a:spcAft>
              <a:buNone/>
            </a:pPr>
            <a:r>
              <a:rPr lang="en-US" sz="1200" dirty="0">
                <a:solidFill>
                  <a:srgbClr val="EDE3DF"/>
                </a:solidFill>
                <a:latin typeface="Calibri" pitchFamily="34" charset="0"/>
                <a:ea typeface="Calibri" pitchFamily="34" charset="-122"/>
                <a:cs typeface="Calibri" pitchFamily="34" charset="-120"/>
              </a:rPr>
              <a:t>points scored.</a:t>
            </a:r>
            <a:endParaRPr lang="en-US" sz="1200" dirty="0"/>
          </a:p>
          <a:p>
            <a:pPr indent="0" marL="0">
              <a:spcAft>
                <a:spcPts val="400"/>
              </a:spcAft>
              <a:buNone/>
            </a:pPr>
            <a:r>
              <a:rPr lang="en-US" sz="1200" b="1" dirty="0">
                <a:solidFill>
                  <a:srgbClr val="6FD8B0"/>
                </a:solidFill>
                <a:latin typeface="Calibri" pitchFamily="34" charset="0"/>
                <a:ea typeface="Calibri" pitchFamily="34" charset="-122"/>
                <a:cs typeface="Calibri" pitchFamily="34" charset="-120"/>
              </a:rPr>
              <a:t>REB: </a:t>
            </a:r>
            <a:pPr indent="0" marL="0">
              <a:spcAft>
                <a:spcPts val="400"/>
              </a:spcAft>
              <a:buNone/>
            </a:pPr>
            <a:r>
              <a:rPr lang="en-US" sz="1200" dirty="0">
                <a:solidFill>
                  <a:srgbClr val="EDE3DF"/>
                </a:solidFill>
                <a:latin typeface="Calibri" pitchFamily="34" charset="0"/>
                <a:ea typeface="Calibri" pitchFamily="34" charset="-122"/>
                <a:cs typeface="Calibri" pitchFamily="34" charset="-120"/>
              </a:rPr>
              <a:t>rebounds, grabbing a missed shot.</a:t>
            </a:r>
            <a:endParaRPr lang="en-US" sz="1200" dirty="0"/>
          </a:p>
          <a:p>
            <a:pPr indent="0" marL="0">
              <a:spcAft>
                <a:spcPts val="400"/>
              </a:spcAft>
              <a:buNone/>
            </a:pPr>
            <a:r>
              <a:rPr lang="en-US" sz="1200" b="1" dirty="0">
                <a:solidFill>
                  <a:srgbClr val="6FD8B0"/>
                </a:solidFill>
                <a:latin typeface="Calibri" pitchFamily="34" charset="0"/>
                <a:ea typeface="Calibri" pitchFamily="34" charset="-122"/>
                <a:cs typeface="Calibri" pitchFamily="34" charset="-120"/>
              </a:rPr>
              <a:t>AST: </a:t>
            </a:r>
            <a:pPr indent="0" marL="0">
              <a:spcAft>
                <a:spcPts val="400"/>
              </a:spcAft>
              <a:buNone/>
            </a:pPr>
            <a:r>
              <a:rPr lang="en-US" sz="1200" dirty="0">
                <a:solidFill>
                  <a:srgbClr val="EDE3DF"/>
                </a:solidFill>
                <a:latin typeface="Calibri" pitchFamily="34" charset="0"/>
                <a:ea typeface="Calibri" pitchFamily="34" charset="-122"/>
                <a:cs typeface="Calibri" pitchFamily="34" charset="-120"/>
              </a:rPr>
              <a:t>assists, passes that lead to a basket.</a:t>
            </a:r>
            <a:endParaRPr lang="en-US" sz="1200" dirty="0"/>
          </a:p>
          <a:p>
            <a:pPr indent="0" marL="0">
              <a:spcAft>
                <a:spcPts val="400"/>
              </a:spcAft>
              <a:buNone/>
            </a:pPr>
            <a:r>
              <a:rPr lang="en-US" sz="1200" b="1" dirty="0">
                <a:solidFill>
                  <a:srgbClr val="6FD8B0"/>
                </a:solidFill>
                <a:latin typeface="Calibri" pitchFamily="34" charset="0"/>
                <a:ea typeface="Calibri" pitchFamily="34" charset="-122"/>
                <a:cs typeface="Calibri" pitchFamily="34" charset="-120"/>
              </a:rPr>
              <a:t>STL: </a:t>
            </a:r>
            <a:pPr indent="0" marL="0">
              <a:spcAft>
                <a:spcPts val="400"/>
              </a:spcAft>
              <a:buNone/>
            </a:pPr>
            <a:r>
              <a:rPr lang="en-US" sz="1200" dirty="0">
                <a:solidFill>
                  <a:srgbClr val="EDE3DF"/>
                </a:solidFill>
                <a:latin typeface="Calibri" pitchFamily="34" charset="0"/>
                <a:ea typeface="Calibri" pitchFamily="34" charset="-122"/>
                <a:cs typeface="Calibri" pitchFamily="34" charset="-120"/>
              </a:rPr>
              <a:t>steals, taking the ball away.</a:t>
            </a:r>
            <a:endParaRPr lang="en-US" sz="1200" dirty="0"/>
          </a:p>
          <a:p>
            <a:pPr indent="0" marL="0">
              <a:spcAft>
                <a:spcPts val="400"/>
              </a:spcAft>
              <a:buNone/>
            </a:pPr>
            <a:r>
              <a:rPr lang="en-US" sz="1200" b="1" dirty="0">
                <a:solidFill>
                  <a:srgbClr val="6FD8B0"/>
                </a:solidFill>
                <a:latin typeface="Calibri" pitchFamily="34" charset="0"/>
                <a:ea typeface="Calibri" pitchFamily="34" charset="-122"/>
                <a:cs typeface="Calibri" pitchFamily="34" charset="-120"/>
              </a:rPr>
              <a:t>BLK: </a:t>
            </a:r>
            <a:pPr indent="0" marL="0">
              <a:spcAft>
                <a:spcPts val="400"/>
              </a:spcAft>
              <a:buNone/>
            </a:pPr>
            <a:r>
              <a:rPr lang="en-US" sz="1200" dirty="0">
                <a:solidFill>
                  <a:srgbClr val="EDE3DF"/>
                </a:solidFill>
                <a:latin typeface="Calibri" pitchFamily="34" charset="0"/>
                <a:ea typeface="Calibri" pitchFamily="34" charset="-122"/>
                <a:cs typeface="Calibri" pitchFamily="34" charset="-120"/>
              </a:rPr>
              <a:t>blocks, stopping a shot.</a:t>
            </a:r>
            <a:endParaRPr lang="en-US" sz="1200" dirty="0"/>
          </a:p>
          <a:p>
            <a:pPr indent="0" marL="0">
              <a:spcAft>
                <a:spcPts val="400"/>
              </a:spcAft>
              <a:buNone/>
            </a:pPr>
            <a:r>
              <a:rPr lang="en-US" sz="1200" b="1" dirty="0">
                <a:solidFill>
                  <a:srgbClr val="6FD8B0"/>
                </a:solidFill>
                <a:latin typeface="Calibri" pitchFamily="34" charset="0"/>
                <a:ea typeface="Calibri" pitchFamily="34" charset="-122"/>
                <a:cs typeface="Calibri" pitchFamily="34" charset="-120"/>
              </a:rPr>
              <a:t>3PA: </a:t>
            </a:r>
            <a:pPr indent="0" marL="0">
              <a:spcAft>
                <a:spcPts val="400"/>
              </a:spcAft>
              <a:buNone/>
            </a:pPr>
            <a:r>
              <a:rPr lang="en-US" sz="1200" dirty="0">
                <a:solidFill>
                  <a:srgbClr val="EDE3DF"/>
                </a:solidFill>
                <a:latin typeface="Calibri" pitchFamily="34" charset="0"/>
                <a:ea typeface="Calibri" pitchFamily="34" charset="-122"/>
                <a:cs typeface="Calibri" pitchFamily="34" charset="-120"/>
              </a:rPr>
              <a:t>three-point attempts.</a:t>
            </a:r>
            <a:endParaRPr lang="en-US" sz="1200" dirty="0"/>
          </a:p>
          <a:p>
            <a:pPr indent="0" marL="0">
              <a:spcAft>
                <a:spcPts val="400"/>
              </a:spcAft>
              <a:buNone/>
            </a:pPr>
            <a:r>
              <a:rPr lang="en-US" sz="1200" b="1" dirty="0">
                <a:solidFill>
                  <a:srgbClr val="6FD8B0"/>
                </a:solidFill>
                <a:latin typeface="Calibri" pitchFamily="34" charset="0"/>
                <a:ea typeface="Calibri" pitchFamily="34" charset="-122"/>
                <a:cs typeface="Calibri" pitchFamily="34" charset="-120"/>
              </a:rPr>
              <a:t>Per 36: </a:t>
            </a:r>
            <a:pPr indent="0" marL="0">
              <a:spcAft>
                <a:spcPts val="400"/>
              </a:spcAft>
              <a:buNone/>
            </a:pPr>
            <a:r>
              <a:rPr lang="en-US" sz="1200" dirty="0">
                <a:solidFill>
                  <a:srgbClr val="EDE3DF"/>
                </a:solidFill>
                <a:latin typeface="Calibri" pitchFamily="34" charset="0"/>
                <a:ea typeface="Calibri" pitchFamily="34" charset="-122"/>
                <a:cs typeface="Calibri" pitchFamily="34" charset="-120"/>
              </a:rPr>
              <a:t>a stat scaled to 36 minutes played.</a:t>
            </a:r>
            <a:endParaRPr lang="en-US" sz="1200" dirty="0"/>
          </a:p>
        </p:txBody>
      </p:sp>
      <p:sp>
        <p:nvSpPr>
          <p:cNvPr id="20" name="Shape 17"/>
          <p:cNvSpPr/>
          <p:nvPr/>
        </p:nvSpPr>
        <p:spPr>
          <a:xfrm>
            <a:off x="6126480" y="4069080"/>
            <a:ext cx="2468880" cy="365760"/>
          </a:xfrm>
          <a:prstGeom prst="roundRect">
            <a:avLst>
              <a:gd name="adj" fmla="val 37500"/>
            </a:avLst>
          </a:prstGeom>
          <a:solidFill>
            <a:srgbClr val="17462F"/>
          </a:solidFill>
          <a:ln w="12700">
            <a:solidFill>
              <a:srgbClr val="17462F"/>
            </a:solidFill>
            <a:prstDash val="solid"/>
          </a:ln>
        </p:spPr>
      </p:sp>
      <p:sp>
        <p:nvSpPr>
          <p:cNvPr id="21" name="Text 18"/>
          <p:cNvSpPr txBox="1"/>
          <p:nvPr/>
        </p:nvSpPr>
        <p:spPr>
          <a:xfrm>
            <a:off x="6126480" y="4069080"/>
            <a:ext cx="2468880" cy="365760"/>
          </a:xfrm>
          <a:prstGeom prst="rect">
            <a:avLst/>
          </a:prstGeom>
          <a:noFill/>
          <a:ln/>
        </p:spPr>
        <p:txBody>
          <a:bodyPr wrap="square" lIns="762" tIns="762" rIns="762" bIns="762" rtlCol="0" anchor="ctr"/>
          <a:lstStyle/>
          <a:p>
            <a:pPr algn="ctr" indent="0" marL="0">
              <a:buNone/>
            </a:pPr>
            <a:r>
              <a:rPr lang="en-US" sz="1200" b="1" dirty="0">
                <a:solidFill>
                  <a:srgbClr val="EDE3DF"/>
                </a:solidFill>
                <a:latin typeface="Calibri" pitchFamily="34" charset="0"/>
                <a:ea typeface="Calibri" pitchFamily="34" charset="-122"/>
                <a:cs typeface="Calibri" pitchFamily="34" charset="-120"/>
              </a:rPr>
              <a:t>Task: group similar players</a:t>
            </a:r>
            <a:endParaRPr lang="en-US" sz="1200" dirty="0"/>
          </a:p>
        </p:txBody>
      </p:sp>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2"/>
          <p:cNvSpPr/>
          <p:nvPr>
            <p:ph idx="112" type="title" hasCustomPrompt="1"/>
          </p:nvPr>
        </p:nvSpPr>
        <p:spPr>
          <a:xfrm>
            <a:off x="457200" y="274320"/>
            <a:ext cx="7772400" cy="731520"/>
          </a:xfrm>
          <a:prstGeom prst="rect">
            <a:avLst/>
          </a:prstGeom>
          <a:noFill/>
          <a:ln/>
        </p:spPr>
        <p:txBody>
          <a:bodyPr wrap="square" lIns="0" tIns="0" rIns="0" bIns="0" rtlCol="0" anchor="ctr"/>
          <a:lstStyle/>
          <a:p>
            <a:pPr algn="l" indent="0" marL="0">
              <a:buNone/>
            </a:pPr>
            <a:r>
              <a:rPr lang="en-US" sz="2400" i="1" dirty="0">
                <a:solidFill>
                  <a:srgbClr val="EDE3DF"/>
                </a:solidFill>
                <a:latin typeface="Arial Black" pitchFamily="34" charset="0"/>
                <a:ea typeface="Arial Black" pitchFamily="34" charset="-122"/>
                <a:cs typeface="Arial Black" pitchFamily="34" charset="-120"/>
              </a:rPr>
              <a:t>Features and target</a:t>
            </a:r>
            <a:endParaRPr lang="en-US" sz="2400" dirty="0"/>
          </a:p>
        </p:txBody>
      </p:sp>
      <p:sp>
        <p:nvSpPr>
          <p:cNvPr id="4" name="Shape 1"/>
          <p:cNvSpPr/>
          <p:nvPr/>
        </p:nvSpPr>
        <p:spPr>
          <a:xfrm>
            <a:off x="2011680" y="1188720"/>
            <a:ext cx="4526280" cy="594360"/>
          </a:xfrm>
          <a:prstGeom prst="roundRect">
            <a:avLst>
              <a:gd name="adj" fmla="val 23077"/>
            </a:avLst>
          </a:prstGeom>
          <a:solidFill>
            <a:srgbClr val="E87500"/>
          </a:solidFill>
          <a:ln w="12700">
            <a:solidFill>
              <a:srgbClr val="E87500"/>
            </a:solidFill>
            <a:prstDash val="solid"/>
          </a:ln>
        </p:spPr>
      </p:sp>
      <p:sp>
        <p:nvSpPr>
          <p:cNvPr id="5" name="Text 2"/>
          <p:cNvSpPr txBox="1"/>
          <p:nvPr/>
        </p:nvSpPr>
        <p:spPr>
          <a:xfrm>
            <a:off x="2011680" y="1188720"/>
            <a:ext cx="4526280" cy="594360"/>
          </a:xfrm>
          <a:prstGeom prst="rect">
            <a:avLst/>
          </a:prstGeom>
          <a:noFill/>
          <a:ln/>
        </p:spPr>
        <p:txBody>
          <a:bodyPr wrap="square" lIns="762" tIns="762" rIns="762" bIns="762"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Features: inputs available at prediction time</a:t>
            </a:r>
            <a:endParaRPr lang="en-US" sz="1400" dirty="0"/>
          </a:p>
        </p:txBody>
      </p:sp>
      <p:sp>
        <p:nvSpPr>
          <p:cNvPr id="6" name="Shape 3"/>
          <p:cNvSpPr/>
          <p:nvPr/>
        </p:nvSpPr>
        <p:spPr>
          <a:xfrm>
            <a:off x="6675120" y="1188720"/>
            <a:ext cx="2011680" cy="594360"/>
          </a:xfrm>
          <a:prstGeom prst="roundRect">
            <a:avLst>
              <a:gd name="adj" fmla="val 23077"/>
            </a:avLst>
          </a:prstGeom>
          <a:solidFill>
            <a:srgbClr val="1E6B4F"/>
          </a:solidFill>
          <a:ln w="12700">
            <a:solidFill>
              <a:srgbClr val="1E6B4F"/>
            </a:solidFill>
            <a:prstDash val="solid"/>
          </a:ln>
        </p:spPr>
      </p:sp>
      <p:sp>
        <p:nvSpPr>
          <p:cNvPr id="7" name="Text 4"/>
          <p:cNvSpPr txBox="1"/>
          <p:nvPr/>
        </p:nvSpPr>
        <p:spPr>
          <a:xfrm>
            <a:off x="6675120" y="1188720"/>
            <a:ext cx="2011680" cy="594360"/>
          </a:xfrm>
          <a:prstGeom prst="rect">
            <a:avLst/>
          </a:prstGeom>
          <a:noFill/>
          <a:ln/>
        </p:spPr>
        <p:txBody>
          <a:bodyPr wrap="square" lIns="762" tIns="762" rIns="762" bIns="762" rtlCol="0" anchor="ctr"/>
          <a:lstStyle/>
          <a:p>
            <a:pPr algn="ctr" indent="0" marL="0">
              <a:buNone/>
            </a:pPr>
            <a:r>
              <a:rPr lang="en-US" sz="1200" b="1" dirty="0">
                <a:solidFill>
                  <a:srgbClr val="EDE3DF"/>
                </a:solidFill>
                <a:latin typeface="Calibri" pitchFamily="34" charset="0"/>
                <a:ea typeface="Calibri" pitchFamily="34" charset="-122"/>
                <a:cs typeface="Calibri" pitchFamily="34" charset="-120"/>
              </a:rPr>
              <a:t>Target: the outcome we want to predict</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8229600" cy="914400"/>
        </p:xfrm>
        <a:graphic>
          <a:graphicData uri="http://schemas.openxmlformats.org/drawingml/2006/table">
            <a:tbl>
              <a:tblPr/>
              <a:tblGrid>
                <a:gridCol w="1554480"/>
                <a:gridCol w="2286000"/>
                <a:gridCol w="2377440"/>
                <a:gridCol w="2011680"/>
              </a:tblGrid>
              <a:tr h="640080">
                <a:tc>
                  <a:txBody>
                    <a:bodyPr/>
                    <a:lstStyle/>
                    <a:p>
                      <a:pPr algn="ctr" indent="0" marL="0">
                        <a:buNone/>
                      </a:pPr>
                      <a:r>
                        <a:rPr lang="en-US" sz="1400" b="1" dirty="0">
                          <a:solidFill>
                            <a:srgbClr val="EDE3DF"/>
                          </a:solidFill>
                          <a:latin typeface="Calibri" pitchFamily="34" charset="0"/>
                          <a:ea typeface="Calibri" pitchFamily="34" charset="-122"/>
                          <a:cs typeface="Calibri" pitchFamily="34" charset="-120"/>
                        </a:rPr>
                        <a:t>Game</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3A3A3D"/>
                    </a:solidFill>
                  </a:tcPr>
                </a:tc>
                <a:tc>
                  <a:txBody>
                    <a:bodyPr/>
                    <a:lstStyle/>
                    <a:p>
                      <a:pPr algn="ctr" indent="0" marL="0">
                        <a:buNone/>
                      </a:pPr>
                      <a:r>
                        <a:rPr lang="en-US" sz="1400" b="1" dirty="0">
                          <a:solidFill>
                            <a:srgbClr val="EDE3DF"/>
                          </a:solidFill>
                          <a:latin typeface="Calibri" pitchFamily="34" charset="0"/>
                          <a:ea typeface="Calibri" pitchFamily="34" charset="-122"/>
                          <a:cs typeface="Calibri" pitchFamily="34" charset="-120"/>
                        </a:rPr>
                        <a:t>Prior 4-game scoring average</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5A3A10"/>
                    </a:solidFill>
                  </a:tcPr>
                </a:tc>
                <a:tc>
                  <a:txBody>
                    <a:bodyPr/>
                    <a:lstStyle/>
                    <a:p>
                      <a:pPr algn="ctr" indent="0" marL="0">
                        <a:buNone/>
                      </a:pPr>
                      <a:r>
                        <a:rPr lang="en-US" sz="1400" b="1" dirty="0">
                          <a:solidFill>
                            <a:srgbClr val="EDE3DF"/>
                          </a:solidFill>
                          <a:latin typeface="Calibri" pitchFamily="34" charset="0"/>
                          <a:ea typeface="Calibri" pitchFamily="34" charset="-122"/>
                          <a:cs typeface="Calibri" pitchFamily="34" charset="-120"/>
                        </a:rPr>
                        <a:t>Opponent 4-game allowed average</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5A3A10"/>
                    </a:solidFill>
                  </a:tcPr>
                </a:tc>
                <a:tc>
                  <a:txBody>
                    <a:bodyPr/>
                    <a:lstStyle/>
                    <a:p>
                      <a:pPr algn="ctr" indent="0" marL="0">
                        <a:buNone/>
                      </a:pPr>
                      <a:r>
                        <a:rPr lang="en-US" sz="1400" b="1" dirty="0">
                          <a:solidFill>
                            <a:srgbClr val="EDE3DF"/>
                          </a:solidFill>
                          <a:latin typeface="Calibri" pitchFamily="34" charset="0"/>
                          <a:ea typeface="Calibri" pitchFamily="34" charset="-122"/>
                          <a:cs typeface="Calibri" pitchFamily="34" charset="-120"/>
                        </a:rPr>
                        <a:t>Final home points</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1E6B4F"/>
                    </a:solidFill>
                  </a:tcPr>
                </a:tc>
              </a:tr>
              <a:tr h="548640">
                <a:tc>
                  <a:txBody>
                    <a:bodyPr/>
                    <a:lstStyle/>
                    <a:p>
                      <a:pPr indent="0" marL="0">
                        <a:buNone/>
                      </a:pPr>
                      <a:r>
                        <a:rPr lang="en-US" sz="1400" b="1" dirty="0">
                          <a:solidFill>
                            <a:srgbClr val="EDE3DF"/>
                          </a:solidFill>
                          <a:latin typeface="Calibri" pitchFamily="34" charset="0"/>
                          <a:ea typeface="Calibri" pitchFamily="34" charset="-122"/>
                          <a:cs typeface="Calibri" pitchFamily="34" charset="-120"/>
                        </a:rPr>
                        <a:t>ARI at PHI</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1400" dirty="0">
                          <a:solidFill>
                            <a:srgbClr val="EDE3DF"/>
                          </a:solidFill>
                          <a:latin typeface="Calibri" pitchFamily="34" charset="0"/>
                          <a:ea typeface="Calibri" pitchFamily="34" charset="-122"/>
                          <a:cs typeface="Calibri" pitchFamily="34" charset="-120"/>
                        </a:rPr>
                        <a:t>25.75</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1400" dirty="0">
                          <a:solidFill>
                            <a:srgbClr val="EDE3DF"/>
                          </a:solidFill>
                          <a:latin typeface="Calibri" pitchFamily="34" charset="0"/>
                          <a:ea typeface="Calibri" pitchFamily="34" charset="-122"/>
                          <a:cs typeface="Calibri" pitchFamily="34" charset="-120"/>
                        </a:rPr>
                        <a:t>22.75</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1400" b="1" dirty="0">
                          <a:solidFill>
                            <a:srgbClr val="6FD8B0"/>
                          </a:solidFill>
                          <a:latin typeface="Calibri" pitchFamily="34" charset="0"/>
                          <a:ea typeface="Calibri" pitchFamily="34" charset="-122"/>
                          <a:cs typeface="Calibri" pitchFamily="34" charset="-120"/>
                        </a:rPr>
                        <a:t>34</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r h="548640">
                <a:tc>
                  <a:txBody>
                    <a:bodyPr/>
                    <a:lstStyle/>
                    <a:p>
                      <a:pPr indent="0" marL="0">
                        <a:buNone/>
                      </a:pPr>
                      <a:r>
                        <a:rPr lang="en-US" sz="1400" b="1" dirty="0">
                          <a:solidFill>
                            <a:srgbClr val="EDE3DF"/>
                          </a:solidFill>
                          <a:latin typeface="Calibri" pitchFamily="34" charset="0"/>
                          <a:ea typeface="Calibri" pitchFamily="34" charset="-122"/>
                          <a:cs typeface="Calibri" pitchFamily="34" charset="-120"/>
                        </a:rPr>
                        <a:t>BAL at OAK</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1400" dirty="0">
                          <a:solidFill>
                            <a:srgbClr val="EDE3DF"/>
                          </a:solidFill>
                          <a:latin typeface="Calibri" pitchFamily="34" charset="0"/>
                          <a:ea typeface="Calibri" pitchFamily="34" charset="-122"/>
                          <a:cs typeface="Calibri" pitchFamily="34" charset="-120"/>
                        </a:rPr>
                        <a:t>22.75</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1400" dirty="0">
                          <a:solidFill>
                            <a:srgbClr val="EDE3DF"/>
                          </a:solidFill>
                          <a:latin typeface="Calibri" pitchFamily="34" charset="0"/>
                          <a:ea typeface="Calibri" pitchFamily="34" charset="-122"/>
                          <a:cs typeface="Calibri" pitchFamily="34" charset="-120"/>
                        </a:rPr>
                        <a:t>20.00</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1400" b="1" dirty="0">
                          <a:solidFill>
                            <a:srgbClr val="6FD8B0"/>
                          </a:solidFill>
                          <a:latin typeface="Calibri" pitchFamily="34" charset="0"/>
                          <a:ea typeface="Calibri" pitchFamily="34" charset="-122"/>
                          <a:cs typeface="Calibri" pitchFamily="34" charset="-120"/>
                        </a:rPr>
                        <a:t>17</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r h="548640">
                <a:tc>
                  <a:txBody>
                    <a:bodyPr/>
                    <a:lstStyle/>
                    <a:p>
                      <a:pPr indent="0" marL="0">
                        <a:buNone/>
                      </a:pPr>
                      <a:r>
                        <a:rPr lang="en-US" sz="1400" b="1" dirty="0">
                          <a:solidFill>
                            <a:srgbClr val="EDE3DF"/>
                          </a:solidFill>
                          <a:latin typeface="Calibri" pitchFamily="34" charset="0"/>
                          <a:ea typeface="Calibri" pitchFamily="34" charset="-122"/>
                          <a:cs typeface="Calibri" pitchFamily="34" charset="-120"/>
                        </a:rPr>
                        <a:t>BUF at CIN</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1400" dirty="0">
                          <a:solidFill>
                            <a:srgbClr val="EDE3DF"/>
                          </a:solidFill>
                          <a:latin typeface="Calibri" pitchFamily="34" charset="0"/>
                          <a:ea typeface="Calibri" pitchFamily="34" charset="-122"/>
                          <a:cs typeface="Calibri" pitchFamily="34" charset="-120"/>
                        </a:rPr>
                        <a:t>16.00</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1400" dirty="0">
                          <a:solidFill>
                            <a:srgbClr val="EDE3DF"/>
                          </a:solidFill>
                          <a:latin typeface="Calibri" pitchFamily="34" charset="0"/>
                          <a:ea typeface="Calibri" pitchFamily="34" charset="-122"/>
                          <a:cs typeface="Calibri" pitchFamily="34" charset="-120"/>
                        </a:rPr>
                        <a:t>13.50</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1400" b="1" dirty="0">
                          <a:solidFill>
                            <a:srgbClr val="6FD8B0"/>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bl>
          </a:graphicData>
        </a:graphic>
      </p:graphicFrame>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2"/>
          <p:cNvSpPr/>
          <p:nvPr>
            <p:ph idx="112" type="title" hasCustomPrompt="1"/>
          </p:nvPr>
        </p:nvSpPr>
        <p:spPr>
          <a:xfrm>
            <a:off x="457200" y="274320"/>
            <a:ext cx="7772400" cy="731520"/>
          </a:xfrm>
          <a:prstGeom prst="rect">
            <a:avLst/>
          </a:prstGeom>
          <a:noFill/>
          <a:ln/>
        </p:spPr>
        <p:txBody>
          <a:bodyPr wrap="square" lIns="0" tIns="0" rIns="0" bIns="0" rtlCol="0" anchor="ctr"/>
          <a:lstStyle/>
          <a:p>
            <a:pPr algn="l" indent="0" marL="0">
              <a:buNone/>
            </a:pPr>
            <a:r>
              <a:rPr lang="en-US" sz="2400" i="1" dirty="0">
                <a:solidFill>
                  <a:srgbClr val="EDE3DF"/>
                </a:solidFill>
                <a:latin typeface="Arial Black" pitchFamily="34" charset="0"/>
                <a:ea typeface="Arial Black" pitchFamily="34" charset="-122"/>
                <a:cs typeface="Arial Black" pitchFamily="34" charset="-120"/>
              </a:rPr>
              <a:t>Train first. Test on unseen games.</a:t>
            </a:r>
            <a:endParaRPr lang="en-US" sz="2400" dirty="0"/>
          </a:p>
        </p:txBody>
      </p:sp>
      <p:sp>
        <p:nvSpPr>
          <p:cNvPr id="4" name="Text 1"/>
          <p:cNvSpPr txBox="1"/>
          <p:nvPr/>
        </p:nvSpPr>
        <p:spPr>
          <a:xfrm>
            <a:off x="457200" y="1097280"/>
            <a:ext cx="8229600" cy="365760"/>
          </a:xfrm>
          <a:prstGeom prst="rect">
            <a:avLst/>
          </a:prstGeom>
          <a:noFill/>
          <a:ln/>
        </p:spPr>
        <p:txBody>
          <a:bodyPr wrap="square" lIns="762" tIns="762" rIns="762" bIns="762" rtlCol="0" anchor="t"/>
          <a:lstStyle/>
          <a:p>
            <a:pPr indent="0" marL="0">
              <a:buNone/>
            </a:pPr>
            <a:r>
              <a:rPr lang="en-US" sz="1300" dirty="0">
                <a:solidFill>
                  <a:srgbClr val="B8B0AC"/>
                </a:solidFill>
                <a:latin typeface="Calibri" pitchFamily="34" charset="0"/>
                <a:ea typeface="Calibri" pitchFamily="34" charset="-122"/>
                <a:cs typeface="Calibri" pitchFamily="34" charset="-120"/>
              </a:rPr>
              <a:t>NFL example (football notebook). Soccer holds out whole matches; basketball has no test split.</a:t>
            </a:r>
            <a:endParaRPr lang="en-US" sz="1300" dirty="0"/>
          </a:p>
        </p:txBody>
      </p:sp>
      <p:sp>
        <p:nvSpPr>
          <p:cNvPr id="5" name="Shape 2"/>
          <p:cNvSpPr/>
          <p:nvPr/>
        </p:nvSpPr>
        <p:spPr>
          <a:xfrm>
            <a:off x="457200" y="1600200"/>
            <a:ext cx="6126480" cy="914400"/>
          </a:xfrm>
          <a:prstGeom prst="roundRect">
            <a:avLst>
              <a:gd name="adj" fmla="val 10000"/>
            </a:avLst>
          </a:prstGeom>
          <a:solidFill>
            <a:srgbClr val="1E6B4F"/>
          </a:solidFill>
          <a:ln w="12700">
            <a:solidFill>
              <a:srgbClr val="1E6B4F"/>
            </a:solidFill>
            <a:prstDash val="solid"/>
          </a:ln>
        </p:spPr>
      </p:sp>
      <p:sp>
        <p:nvSpPr>
          <p:cNvPr id="6" name="Text 3"/>
          <p:cNvSpPr txBox="1"/>
          <p:nvPr/>
        </p:nvSpPr>
        <p:spPr>
          <a:xfrm>
            <a:off x="457200" y="1600200"/>
            <a:ext cx="6126480" cy="914400"/>
          </a:xfrm>
          <a:prstGeom prst="rect">
            <a:avLst/>
          </a:prstGeom>
          <a:noFill/>
          <a:ln/>
        </p:spPr>
        <p:txBody>
          <a:bodyPr wrap="square" lIns="762" tIns="762" rIns="762" bIns="762" rtlCol="0" anchor="ctr"/>
          <a:lstStyle/>
          <a:p>
            <a:pPr algn="ctr" indent="0" marL="0">
              <a:buNone/>
            </a:pPr>
            <a:r>
              <a:rPr lang="en-US" sz="2000" b="1" dirty="0">
                <a:solidFill>
                  <a:srgbClr val="EDE3DF"/>
                </a:solidFill>
                <a:latin typeface="Calibri" pitchFamily="34" charset="0"/>
                <a:ea typeface="Calibri" pitchFamily="34" charset="-122"/>
                <a:cs typeface="Calibri" pitchFamily="34" charset="-120"/>
              </a:rPr>
              <a:t>TRAIN</a:t>
            </a:r>
            <a:endParaRPr lang="en-US" sz="2000" dirty="0"/>
          </a:p>
          <a:p>
            <a:pPr algn="ctr" indent="0" marL="0">
              <a:buNone/>
            </a:pPr>
            <a:r>
              <a:rPr lang="en-US" sz="2000" b="1" dirty="0">
                <a:solidFill>
                  <a:srgbClr val="EDE3DF"/>
                </a:solidFill>
                <a:latin typeface="Calibri" pitchFamily="34" charset="0"/>
                <a:ea typeface="Calibri" pitchFamily="34" charset="-122"/>
                <a:cs typeface="Calibri" pitchFamily="34" charset="-120"/>
              </a:rPr>
              <a:t>2017–2022</a:t>
            </a:r>
            <a:endParaRPr lang="en-US" sz="2000" dirty="0"/>
          </a:p>
        </p:txBody>
      </p:sp>
      <p:sp>
        <p:nvSpPr>
          <p:cNvPr id="7" name="Shape 4"/>
          <p:cNvSpPr/>
          <p:nvPr/>
        </p:nvSpPr>
        <p:spPr>
          <a:xfrm>
            <a:off x="6629400" y="1600200"/>
            <a:ext cx="2057400" cy="914400"/>
          </a:xfrm>
          <a:prstGeom prst="roundRect">
            <a:avLst>
              <a:gd name="adj" fmla="val 10000"/>
            </a:avLst>
          </a:prstGeom>
          <a:solidFill>
            <a:srgbClr val="E87500"/>
          </a:solidFill>
          <a:ln w="12700">
            <a:solidFill>
              <a:srgbClr val="E87500"/>
            </a:solidFill>
            <a:prstDash val="solid"/>
          </a:ln>
        </p:spPr>
      </p:sp>
      <p:sp>
        <p:nvSpPr>
          <p:cNvPr id="8" name="Text 5"/>
          <p:cNvSpPr txBox="1"/>
          <p:nvPr/>
        </p:nvSpPr>
        <p:spPr>
          <a:xfrm>
            <a:off x="6629400" y="1600200"/>
            <a:ext cx="2057400" cy="914400"/>
          </a:xfrm>
          <a:prstGeom prst="rect">
            <a:avLst/>
          </a:prstGeom>
          <a:noFill/>
          <a:ln/>
        </p:spPr>
        <p:txBody>
          <a:bodyPr wrap="square" lIns="762" tIns="762" rIns="762" bIns="762" rtlCol="0" anchor="ctr"/>
          <a:lstStyle/>
          <a:p>
            <a:pPr algn="ctr" indent="0" marL="0">
              <a:buNone/>
            </a:pPr>
            <a:r>
              <a:rPr lang="en-US" sz="2000" b="1" dirty="0">
                <a:solidFill>
                  <a:srgbClr val="0E0D10"/>
                </a:solidFill>
                <a:latin typeface="Calibri" pitchFamily="34" charset="0"/>
                <a:ea typeface="Calibri" pitchFamily="34" charset="-122"/>
                <a:cs typeface="Calibri" pitchFamily="34" charset="-120"/>
              </a:rPr>
              <a:t>TEST</a:t>
            </a:r>
            <a:endParaRPr lang="en-US" sz="2000" dirty="0"/>
          </a:p>
          <a:p>
            <a:pPr algn="ctr" indent="0" marL="0">
              <a:buNone/>
            </a:pPr>
            <a:r>
              <a:rPr lang="en-US" sz="2000" b="1" dirty="0">
                <a:solidFill>
                  <a:srgbClr val="0E0D10"/>
                </a:solidFill>
                <a:latin typeface="Calibri" pitchFamily="34" charset="0"/>
                <a:ea typeface="Calibri" pitchFamily="34" charset="-122"/>
                <a:cs typeface="Calibri" pitchFamily="34" charset="-120"/>
              </a:rPr>
              <a:t>2023–2024</a:t>
            </a:r>
            <a:endParaRPr lang="en-US" sz="2000" dirty="0"/>
          </a:p>
        </p:txBody>
      </p:sp>
      <p:sp>
        <p:nvSpPr>
          <p:cNvPr id="9" name="Text 6"/>
          <p:cNvSpPr txBox="1"/>
          <p:nvPr/>
        </p:nvSpPr>
        <p:spPr>
          <a:xfrm>
            <a:off x="457200" y="2606040"/>
            <a:ext cx="6126480" cy="365760"/>
          </a:xfrm>
          <a:prstGeom prst="rect">
            <a:avLst/>
          </a:prstGeom>
          <a:noFill/>
          <a:ln/>
        </p:spPr>
        <p:txBody>
          <a:bodyPr wrap="square" lIns="762" tIns="762" rIns="762" bIns="762" rtlCol="0" anchor="t"/>
          <a:lstStyle/>
          <a:p>
            <a:pPr algn="ctr" indent="0" marL="0">
              <a:buNone/>
            </a:pPr>
            <a:r>
              <a:rPr lang="en-US" sz="1600" b="1" dirty="0">
                <a:solidFill>
                  <a:srgbClr val="6FD8B0"/>
                </a:solidFill>
                <a:latin typeface="Calibri" pitchFamily="34" charset="0"/>
                <a:ea typeface="Calibri" pitchFamily="34" charset="-122"/>
                <a:cs typeface="Calibri" pitchFamily="34" charset="-120"/>
              </a:rPr>
              <a:t>Learn the relationship</a:t>
            </a:r>
            <a:endParaRPr lang="en-US" sz="1600" dirty="0"/>
          </a:p>
        </p:txBody>
      </p:sp>
      <p:sp>
        <p:nvSpPr>
          <p:cNvPr id="10" name="Text 7"/>
          <p:cNvSpPr txBox="1"/>
          <p:nvPr/>
        </p:nvSpPr>
        <p:spPr>
          <a:xfrm>
            <a:off x="6629400" y="2606040"/>
            <a:ext cx="2057400" cy="365760"/>
          </a:xfrm>
          <a:prstGeom prst="rect">
            <a:avLst/>
          </a:prstGeom>
          <a:noFill/>
          <a:ln/>
        </p:spPr>
        <p:txBody>
          <a:bodyPr wrap="square" lIns="762" tIns="762" rIns="762" bIns="762" rtlCol="0" anchor="t"/>
          <a:lstStyle/>
          <a:p>
            <a:pPr algn="ctr" indent="0" marL="0">
              <a:buNone/>
            </a:pPr>
            <a:r>
              <a:rPr lang="en-US" sz="1600" b="1" dirty="0">
                <a:solidFill>
                  <a:srgbClr val="E87500"/>
                </a:solidFill>
                <a:latin typeface="Calibri" pitchFamily="34" charset="0"/>
                <a:ea typeface="Calibri" pitchFamily="34" charset="-122"/>
                <a:cs typeface="Calibri" pitchFamily="34" charset="-120"/>
              </a:rPr>
              <a:t>Measure the errors</a:t>
            </a:r>
            <a:endParaRPr lang="en-US" sz="1600" dirty="0"/>
          </a:p>
        </p:txBody>
      </p:sp>
      <p:sp>
        <p:nvSpPr>
          <p:cNvPr id="11" name="Shape 8"/>
          <p:cNvSpPr/>
          <p:nvPr/>
        </p:nvSpPr>
        <p:spPr>
          <a:xfrm>
            <a:off x="457200" y="3291840"/>
            <a:ext cx="8229600" cy="1097280"/>
          </a:xfrm>
          <a:prstGeom prst="roundRect">
            <a:avLst>
              <a:gd name="adj" fmla="val 10000"/>
            </a:avLst>
          </a:prstGeom>
          <a:solidFill>
            <a:srgbClr val="2B2B2E"/>
          </a:solidFill>
          <a:ln w="19050">
            <a:solidFill>
              <a:srgbClr val="E87500"/>
            </a:solidFill>
            <a:prstDash val="solid"/>
          </a:ln>
        </p:spPr>
      </p:sp>
      <p:sp>
        <p:nvSpPr>
          <p:cNvPr id="12" name="Text 9"/>
          <p:cNvSpPr txBox="1"/>
          <p:nvPr/>
        </p:nvSpPr>
        <p:spPr>
          <a:xfrm>
            <a:off x="640080" y="3383280"/>
            <a:ext cx="7863840" cy="914400"/>
          </a:xfrm>
          <a:prstGeom prst="rect">
            <a:avLst/>
          </a:prstGeom>
          <a:noFill/>
          <a:ln/>
        </p:spPr>
        <p:txBody>
          <a:bodyPr wrap="square" lIns="762" tIns="762" rIns="762" bIns="762" rtlCol="0" anchor="ctr"/>
          <a:lstStyle/>
          <a:p>
            <a:pPr indent="0" marL="0">
              <a:buNone/>
            </a:pPr>
            <a:r>
              <a:rPr lang="en-US" sz="2000" b="1" dirty="0">
                <a:solidFill>
                  <a:srgbClr val="E87500"/>
                </a:solidFill>
                <a:latin typeface="Calibri" pitchFamily="34" charset="0"/>
                <a:ea typeface="Calibri" pitchFamily="34" charset="-122"/>
                <a:cs typeface="Calibri" pitchFamily="34" charset="-120"/>
              </a:rPr>
              <a:t>Leakage</a:t>
            </a:r>
            <a:endParaRPr lang="en-US" sz="1400" dirty="0"/>
          </a:p>
          <a:p>
            <a:pPr indent="0" marL="0">
              <a:buNone/>
            </a:pPr>
            <a:r>
              <a:rPr lang="en-US" sz="1800" dirty="0">
                <a:solidFill>
                  <a:srgbClr val="EDE3DF"/>
                </a:solidFill>
                <a:latin typeface="Calibri" pitchFamily="34" charset="0"/>
                <a:ea typeface="Calibri" pitchFamily="34" charset="-122"/>
                <a:cs typeface="Calibri" pitchFamily="34" charset="-120"/>
              </a:rPr>
              <a:t>Using information that would not yet exist.</a:t>
            </a:r>
            <a:endParaRPr lang="en-US" sz="1400" dirty="0"/>
          </a:p>
        </p:txBody>
      </p:sp>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2"/>
          <p:cNvSpPr/>
          <p:nvPr>
            <p:ph idx="112" type="title" hasCustomPrompt="1"/>
          </p:nvPr>
        </p:nvSpPr>
        <p:spPr>
          <a:xfrm>
            <a:off x="457200" y="274320"/>
            <a:ext cx="7772400" cy="731520"/>
          </a:xfrm>
          <a:prstGeom prst="rect">
            <a:avLst/>
          </a:prstGeom>
          <a:noFill/>
          <a:ln/>
        </p:spPr>
        <p:txBody>
          <a:bodyPr wrap="square" lIns="0" tIns="0" rIns="0" bIns="0" rtlCol="0" anchor="ctr"/>
          <a:lstStyle/>
          <a:p>
            <a:pPr algn="l" indent="0" marL="0">
              <a:buNone/>
            </a:pPr>
            <a:r>
              <a:rPr lang="en-US" sz="2400" i="1" dirty="0">
                <a:solidFill>
                  <a:srgbClr val="EDE3DF"/>
                </a:solidFill>
                <a:latin typeface="Arial Black" pitchFamily="34" charset="0"/>
                <a:ea typeface="Arial Black" pitchFamily="34" charset="-122"/>
                <a:cs typeface="Arial Black" pitchFamily="34" charset="-120"/>
              </a:rPr>
              <a:t>Regression predicts a number</a:t>
            </a:r>
            <a:endParaRPr lang="en-US" sz="2400" dirty="0"/>
          </a:p>
        </p:txBody>
      </p:sp>
      <p:sp>
        <p:nvSpPr>
          <p:cNvPr id="4" name="Text 1"/>
          <p:cNvSpPr txBox="1"/>
          <p:nvPr/>
        </p:nvSpPr>
        <p:spPr>
          <a:xfrm>
            <a:off x="457200" y="1097280"/>
            <a:ext cx="5029200" cy="274320"/>
          </a:xfrm>
          <a:prstGeom prst="rect">
            <a:avLst/>
          </a:prstGeom>
          <a:noFill/>
          <a:ln/>
        </p:spPr>
        <p:txBody>
          <a:bodyPr wrap="square" lIns="762" tIns="762" rIns="762" bIns="762" rtlCol="0" anchor="t"/>
          <a:lstStyle/>
          <a:p>
            <a:pPr indent="0" marL="0">
              <a:buNone/>
            </a:pPr>
            <a:r>
              <a:rPr lang="en-US" sz="1300" dirty="0">
                <a:solidFill>
                  <a:srgbClr val="B8B0AC"/>
                </a:solidFill>
                <a:latin typeface="Calibri" pitchFamily="34" charset="0"/>
                <a:ea typeface="Calibri" pitchFamily="34" charset="-122"/>
                <a:cs typeface="Calibri" pitchFamily="34" charset="-120"/>
              </a:rPr>
              <a:t>NFL home-team points: test MAE</a:t>
            </a:r>
            <a:endParaRPr lang="en-US" sz="1300" dirty="0"/>
          </a:p>
        </p:txBody>
      </p:sp>
      <p:graphicFrame>
        <p:nvGraphicFramePr>
          <p:cNvPr id="5" name="Chart 0" descr=""/>
          <p:cNvGraphicFramePr/>
          <p:nvPr/>
        </p:nvGraphicFramePr>
        <p:xfrm>
          <a:off x="365760" y="1371600"/>
          <a:ext cx="5212080" cy="32918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760720" y="1371600"/>
            <a:ext cx="2926080" cy="868680"/>
          </a:xfrm>
          <a:prstGeom prst="roundRect">
            <a:avLst>
              <a:gd name="adj" fmla="val 12632"/>
            </a:avLst>
          </a:prstGeom>
          <a:solidFill>
            <a:srgbClr val="2B2B2E"/>
          </a:solidFill>
          <a:ln w="19050">
            <a:solidFill>
              <a:srgbClr val="17462F"/>
            </a:solidFill>
            <a:prstDash val="solid"/>
          </a:ln>
        </p:spPr>
      </p:sp>
      <p:sp>
        <p:nvSpPr>
          <p:cNvPr id="7" name="Text 3"/>
          <p:cNvSpPr txBox="1"/>
          <p:nvPr/>
        </p:nvSpPr>
        <p:spPr>
          <a:xfrm>
            <a:off x="5806440" y="1371600"/>
            <a:ext cx="1097280" cy="868680"/>
          </a:xfrm>
          <a:prstGeom prst="rect">
            <a:avLst/>
          </a:prstGeom>
          <a:noFill/>
          <a:ln/>
        </p:spPr>
        <p:txBody>
          <a:bodyPr wrap="square" lIns="762" tIns="762" rIns="762" bIns="762" rtlCol="0" anchor="ctr"/>
          <a:lstStyle/>
          <a:p>
            <a:pPr indent="0" marL="0">
              <a:buNone/>
            </a:pPr>
            <a:r>
              <a:rPr lang="en-US" sz="3000" b="1" dirty="0">
                <a:solidFill>
                  <a:srgbClr val="E87500"/>
                </a:solidFill>
                <a:latin typeface="Calibri" pitchFamily="34" charset="0"/>
                <a:ea typeface="Calibri" pitchFamily="34" charset="-122"/>
                <a:cs typeface="Calibri" pitchFamily="34" charset="-120"/>
              </a:rPr>
              <a:t>8.04</a:t>
            </a:r>
            <a:endParaRPr lang="en-US" sz="3000" dirty="0"/>
          </a:p>
        </p:txBody>
      </p:sp>
      <p:sp>
        <p:nvSpPr>
          <p:cNvPr id="8" name="Text 4"/>
          <p:cNvSpPr txBox="1"/>
          <p:nvPr/>
        </p:nvSpPr>
        <p:spPr>
          <a:xfrm>
            <a:off x="6858000" y="1371600"/>
            <a:ext cx="1783080" cy="868680"/>
          </a:xfrm>
          <a:prstGeom prst="rect">
            <a:avLst/>
          </a:prstGeom>
          <a:noFill/>
          <a:ln/>
        </p:spPr>
        <p:txBody>
          <a:bodyPr wrap="square" lIns="762" tIns="762" rIns="762" bIns="762" rtlCol="0" anchor="ctr"/>
          <a:lstStyle/>
          <a:p>
            <a:pPr indent="0" marL="0">
              <a:buNone/>
            </a:pPr>
            <a:r>
              <a:rPr lang="en-US" sz="1200" dirty="0">
                <a:solidFill>
                  <a:srgbClr val="EDE3DF"/>
                </a:solidFill>
                <a:latin typeface="Calibri" pitchFamily="34" charset="0"/>
                <a:ea typeface="Calibri" pitchFamily="34" charset="-122"/>
                <a:cs typeface="Calibri" pitchFamily="34" charset="-120"/>
              </a:rPr>
              <a:t>Baseline MAE</a:t>
            </a:r>
            <a:endParaRPr lang="en-US" sz="1200" dirty="0"/>
          </a:p>
          <a:p>
            <a:pPr indent="0" marL="0">
              <a:buNone/>
            </a:pPr>
            <a:r>
              <a:rPr lang="en-US" sz="1200" dirty="0">
                <a:solidFill>
                  <a:srgbClr val="EDE3DF"/>
                </a:solidFill>
                <a:latin typeface="Calibri" pitchFamily="34" charset="0"/>
                <a:ea typeface="Calibri" pitchFamily="34" charset="-122"/>
                <a:cs typeface="Calibri" pitchFamily="34" charset="-120"/>
              </a:rPr>
              <a:t>(training-mean prediction)</a:t>
            </a:r>
            <a:endParaRPr lang="en-US" sz="1200" dirty="0"/>
          </a:p>
        </p:txBody>
      </p:sp>
      <p:sp>
        <p:nvSpPr>
          <p:cNvPr id="9" name="Shape 5"/>
          <p:cNvSpPr/>
          <p:nvPr/>
        </p:nvSpPr>
        <p:spPr>
          <a:xfrm>
            <a:off x="5760720" y="2331720"/>
            <a:ext cx="2926080" cy="868680"/>
          </a:xfrm>
          <a:prstGeom prst="roundRect">
            <a:avLst>
              <a:gd name="adj" fmla="val 12632"/>
            </a:avLst>
          </a:prstGeom>
          <a:solidFill>
            <a:srgbClr val="2B2B2E"/>
          </a:solidFill>
          <a:ln w="19050">
            <a:solidFill>
              <a:srgbClr val="17462F"/>
            </a:solidFill>
            <a:prstDash val="solid"/>
          </a:ln>
        </p:spPr>
      </p:sp>
      <p:sp>
        <p:nvSpPr>
          <p:cNvPr id="10" name="Text 6"/>
          <p:cNvSpPr txBox="1"/>
          <p:nvPr/>
        </p:nvSpPr>
        <p:spPr>
          <a:xfrm>
            <a:off x="5806440" y="2331720"/>
            <a:ext cx="1097280" cy="868680"/>
          </a:xfrm>
          <a:prstGeom prst="rect">
            <a:avLst/>
          </a:prstGeom>
          <a:noFill/>
          <a:ln/>
        </p:spPr>
        <p:txBody>
          <a:bodyPr wrap="square" lIns="762" tIns="762" rIns="762" bIns="762" rtlCol="0" anchor="ctr"/>
          <a:lstStyle/>
          <a:p>
            <a:pPr indent="0" marL="0">
              <a:buNone/>
            </a:pPr>
            <a:r>
              <a:rPr lang="en-US" sz="3000" b="1" dirty="0">
                <a:solidFill>
                  <a:srgbClr val="6FD8B0"/>
                </a:solidFill>
                <a:latin typeface="Calibri" pitchFamily="34" charset="0"/>
                <a:ea typeface="Calibri" pitchFamily="34" charset="-122"/>
                <a:cs typeface="Calibri" pitchFamily="34" charset="-120"/>
              </a:rPr>
              <a:t>7.66</a:t>
            </a:r>
            <a:endParaRPr lang="en-US" sz="3000" dirty="0"/>
          </a:p>
        </p:txBody>
      </p:sp>
      <p:sp>
        <p:nvSpPr>
          <p:cNvPr id="11" name="Text 7"/>
          <p:cNvSpPr txBox="1"/>
          <p:nvPr/>
        </p:nvSpPr>
        <p:spPr>
          <a:xfrm>
            <a:off x="6858000" y="2331720"/>
            <a:ext cx="1783080" cy="868680"/>
          </a:xfrm>
          <a:prstGeom prst="rect">
            <a:avLst/>
          </a:prstGeom>
          <a:noFill/>
          <a:ln/>
        </p:spPr>
        <p:txBody>
          <a:bodyPr wrap="square" lIns="762" tIns="762" rIns="762" bIns="762" rtlCol="0" anchor="ctr"/>
          <a:lstStyle/>
          <a:p>
            <a:pPr indent="0" marL="0">
              <a:buNone/>
            </a:pPr>
            <a:r>
              <a:rPr lang="en-US" sz="1200" dirty="0">
                <a:solidFill>
                  <a:srgbClr val="EDE3DF"/>
                </a:solidFill>
                <a:latin typeface="Calibri" pitchFamily="34" charset="0"/>
                <a:ea typeface="Calibri" pitchFamily="34" charset="-122"/>
                <a:cs typeface="Calibri" pitchFamily="34" charset="-120"/>
              </a:rPr>
              <a:t>Model MAE</a:t>
            </a:r>
            <a:endParaRPr lang="en-US" sz="1200" dirty="0"/>
          </a:p>
        </p:txBody>
      </p:sp>
      <p:sp>
        <p:nvSpPr>
          <p:cNvPr id="12" name="Text 8"/>
          <p:cNvSpPr txBox="1"/>
          <p:nvPr/>
        </p:nvSpPr>
        <p:spPr>
          <a:xfrm>
            <a:off x="5760720" y="3291840"/>
            <a:ext cx="2926080" cy="274320"/>
          </a:xfrm>
          <a:prstGeom prst="rect">
            <a:avLst/>
          </a:prstGeom>
          <a:noFill/>
          <a:ln/>
        </p:spPr>
        <p:txBody>
          <a:bodyPr wrap="square" lIns="762" tIns="762" rIns="762" bIns="762" rtlCol="0" anchor="t"/>
          <a:lstStyle/>
          <a:p>
            <a:pPr indent="0" marL="0">
              <a:buNone/>
            </a:pPr>
            <a:r>
              <a:rPr lang="en-US" sz="1200" dirty="0">
                <a:solidFill>
                  <a:srgbClr val="B8B0AC"/>
                </a:solidFill>
                <a:latin typeface="Calibri" pitchFamily="34" charset="0"/>
                <a:ea typeface="Calibri" pitchFamily="34" charset="-122"/>
                <a:cs typeface="Calibri" pitchFamily="34" charset="-120"/>
              </a:rPr>
              <a:t>Lower MAE is better. Units: points.</a:t>
            </a:r>
            <a:endParaRPr lang="en-US" sz="1200" dirty="0"/>
          </a:p>
        </p:txBody>
      </p:sp>
      <p:sp>
        <p:nvSpPr>
          <p:cNvPr id="13" name="Shape 9"/>
          <p:cNvSpPr/>
          <p:nvPr/>
        </p:nvSpPr>
        <p:spPr>
          <a:xfrm>
            <a:off x="5760720" y="3611880"/>
            <a:ext cx="2926080" cy="1005840"/>
          </a:xfrm>
          <a:prstGeom prst="roundRect">
            <a:avLst>
              <a:gd name="adj" fmla="val 10909"/>
            </a:avLst>
          </a:prstGeom>
          <a:solidFill>
            <a:srgbClr val="2B2B2E"/>
          </a:solidFill>
          <a:ln w="19050">
            <a:solidFill>
              <a:srgbClr val="E87500"/>
            </a:solidFill>
            <a:prstDash val="solid"/>
          </a:ln>
        </p:spPr>
      </p:sp>
      <p:sp>
        <p:nvSpPr>
          <p:cNvPr id="14" name="Text 10"/>
          <p:cNvSpPr txBox="1"/>
          <p:nvPr/>
        </p:nvSpPr>
        <p:spPr>
          <a:xfrm>
            <a:off x="5852160" y="3639312"/>
            <a:ext cx="2743200" cy="960120"/>
          </a:xfrm>
          <a:prstGeom prst="rect">
            <a:avLst/>
          </a:prstGeom>
          <a:noFill/>
          <a:ln/>
        </p:spPr>
        <p:txBody>
          <a:bodyPr wrap="square" lIns="762" tIns="762" rIns="762" bIns="762" rtlCol="0" anchor="ctr"/>
          <a:lstStyle/>
          <a:p>
            <a:pPr indent="0" marL="0">
              <a:buNone/>
            </a:pPr>
            <a:r>
              <a:rPr lang="en-US" sz="1300" b="1" dirty="0">
                <a:solidFill>
                  <a:srgbClr val="E87500"/>
                </a:solidFill>
                <a:latin typeface="Calibri" pitchFamily="34" charset="0"/>
                <a:ea typeface="Calibri" pitchFamily="34" charset="-122"/>
                <a:cs typeface="Calibri" pitchFamily="34" charset="-120"/>
              </a:rPr>
              <a:t>Notice: </a:t>
            </a:r>
            <a:pPr indent="0" marL="0">
              <a:buNone/>
            </a:pPr>
            <a:r>
              <a:rPr lang="en-US" sz="1300" dirty="0">
                <a:solidFill>
                  <a:srgbClr val="EDE3DF"/>
                </a:solidFill>
                <a:latin typeface="Calibri" pitchFamily="34" charset="0"/>
                <a:ea typeface="Calibri" pitchFamily="34" charset="-122"/>
                <a:cs typeface="Calibri" pitchFamily="34" charset="-120"/>
              </a:rPr>
              <a:t>predictions bunch between 16 and 33 points. Actual scores run from 0 to 63.</a:t>
            </a:r>
            <a:endParaRPr lang="en-US" sz="1300" dirty="0"/>
          </a:p>
        </p:txBody>
      </p:sp>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2"/>
          <p:cNvSpPr/>
          <p:nvPr>
            <p:ph idx="112" type="title" hasCustomPrompt="1"/>
          </p:nvPr>
        </p:nvSpPr>
        <p:spPr>
          <a:xfrm>
            <a:off x="457200" y="274320"/>
            <a:ext cx="7772400" cy="731520"/>
          </a:xfrm>
          <a:prstGeom prst="rect">
            <a:avLst/>
          </a:prstGeom>
          <a:noFill/>
          <a:ln/>
        </p:spPr>
        <p:txBody>
          <a:bodyPr wrap="square" lIns="0" tIns="0" rIns="0" bIns="0" rtlCol="0" anchor="ctr"/>
          <a:lstStyle/>
          <a:p>
            <a:pPr algn="l" indent="0" marL="0">
              <a:buNone/>
            </a:pPr>
            <a:r>
              <a:rPr lang="en-US" sz="2400" i="1" dirty="0">
                <a:solidFill>
                  <a:srgbClr val="EDE3DF"/>
                </a:solidFill>
                <a:latin typeface="Arial Black" pitchFamily="34" charset="0"/>
                <a:ea typeface="Arial Black" pitchFamily="34" charset="-122"/>
                <a:cs typeface="Arial Black" pitchFamily="34" charset="-120"/>
              </a:rPr>
              <a:t>Logistic Regression estimates a probability</a:t>
            </a:r>
            <a:endParaRPr lang="en-US" sz="2400" dirty="0"/>
          </a:p>
        </p:txBody>
      </p:sp>
      <p:graphicFrame>
        <p:nvGraphicFramePr>
          <p:cNvPr id="4" name="Chart 0" descr=""/>
          <p:cNvGraphicFramePr/>
          <p:nvPr/>
        </p:nvGraphicFramePr>
        <p:xfrm>
          <a:off x="365760" y="1371600"/>
          <a:ext cx="5212080" cy="329184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5760720" y="1371600"/>
            <a:ext cx="2926080" cy="1463040"/>
          </a:xfrm>
          <a:prstGeom prst="roundRect">
            <a:avLst>
              <a:gd name="adj" fmla="val 7500"/>
            </a:avLst>
          </a:prstGeom>
          <a:solidFill>
            <a:srgbClr val="2B2B2E"/>
          </a:solidFill>
          <a:ln w="19050">
            <a:solidFill>
              <a:srgbClr val="17462F"/>
            </a:solidFill>
            <a:prstDash val="solid"/>
          </a:ln>
        </p:spPr>
      </p:sp>
      <p:sp>
        <p:nvSpPr>
          <p:cNvPr id="6" name="Text 2"/>
          <p:cNvSpPr txBox="1"/>
          <p:nvPr/>
        </p:nvSpPr>
        <p:spPr>
          <a:xfrm>
            <a:off x="5852160" y="1371600"/>
            <a:ext cx="2743200" cy="1463040"/>
          </a:xfrm>
          <a:prstGeom prst="rect">
            <a:avLst/>
          </a:prstGeom>
          <a:noFill/>
          <a:ln/>
        </p:spPr>
        <p:txBody>
          <a:bodyPr wrap="square" lIns="762" tIns="762" rIns="762" bIns="762" rtlCol="0" anchor="ctr"/>
          <a:lstStyle/>
          <a:p>
            <a:pPr indent="0" marL="0">
              <a:spcAft>
                <a:spcPts val="800"/>
              </a:spcAft>
              <a:buNone/>
            </a:pPr>
            <a:r>
              <a:rPr lang="en-US" sz="1500" b="1" dirty="0">
                <a:solidFill>
                  <a:srgbClr val="6FD8B0"/>
                </a:solidFill>
                <a:latin typeface="Calibri" pitchFamily="34" charset="0"/>
                <a:ea typeface="Calibri" pitchFamily="34" charset="-122"/>
                <a:cs typeface="Calibri" pitchFamily="34" charset="-120"/>
              </a:rPr>
              <a:t>Curve: </a:t>
            </a:r>
            <a:pPr indent="0" marL="0">
              <a:spcAft>
                <a:spcPts val="800"/>
              </a:spcAft>
              <a:buNone/>
            </a:pPr>
            <a:r>
              <a:rPr lang="en-US" sz="1500" dirty="0">
                <a:solidFill>
                  <a:srgbClr val="EDE3DF"/>
                </a:solidFill>
                <a:latin typeface="Calibri" pitchFamily="34" charset="0"/>
                <a:ea typeface="Calibri" pitchFamily="34" charset="-122"/>
                <a:cs typeface="Calibri" pitchFamily="34" charset="-120"/>
              </a:rPr>
              <a:t>goal probability</a:t>
            </a:r>
            <a:endParaRPr lang="en-US" sz="1500" dirty="0"/>
          </a:p>
          <a:p>
            <a:pPr indent="0" marL="0">
              <a:spcAft>
                <a:spcPts val="800"/>
              </a:spcAft>
              <a:buNone/>
            </a:pPr>
            <a:r>
              <a:rPr lang="en-US" sz="1500" b="1" dirty="0">
                <a:solidFill>
                  <a:srgbClr val="E87500"/>
                </a:solidFill>
                <a:latin typeface="Calibri" pitchFamily="34" charset="0"/>
                <a:ea typeface="Calibri" pitchFamily="34" charset="-122"/>
                <a:cs typeface="Calibri" pitchFamily="34" charset="-120"/>
              </a:rPr>
              <a:t>Dashed line: </a:t>
            </a:r>
            <a:pPr indent="0" marL="0">
              <a:spcAft>
                <a:spcPts val="800"/>
              </a:spcAft>
              <a:buNone/>
            </a:pPr>
            <a:r>
              <a:rPr lang="en-US" sz="1500" dirty="0">
                <a:solidFill>
                  <a:srgbClr val="EDE3DF"/>
                </a:solidFill>
                <a:latin typeface="Calibri" pitchFamily="34" charset="0"/>
                <a:ea typeface="Calibri" pitchFamily="34" charset="-122"/>
                <a:cs typeface="Calibri" pitchFamily="34" charset="-120"/>
              </a:rPr>
              <a:t>threshold 0.50</a:t>
            </a:r>
            <a:endParaRPr lang="en-US" sz="1500" dirty="0"/>
          </a:p>
          <a:p>
            <a:pPr indent="0" marL="0">
              <a:spcAft>
                <a:spcPts val="800"/>
              </a:spcAft>
              <a:buNone/>
            </a:pPr>
            <a:r>
              <a:rPr lang="en-US" sz="1500" b="1" dirty="0">
                <a:solidFill>
                  <a:srgbClr val="EDE3DF"/>
                </a:solidFill>
                <a:latin typeface="Calibri" pitchFamily="34" charset="0"/>
                <a:ea typeface="Calibri" pitchFamily="34" charset="-122"/>
                <a:cs typeface="Calibri" pitchFamily="34" charset="-120"/>
              </a:rPr>
              <a:t>Above: </a:t>
            </a:r>
            <a:pPr indent="0" marL="0">
              <a:spcAft>
                <a:spcPts val="800"/>
              </a:spcAft>
              <a:buNone/>
            </a:pPr>
            <a:r>
              <a:rPr lang="en-US" sz="1500" dirty="0">
                <a:solidFill>
                  <a:srgbClr val="EDE3DF"/>
                </a:solidFill>
                <a:latin typeface="Calibri" pitchFamily="34" charset="0"/>
                <a:ea typeface="Calibri" pitchFamily="34" charset="-122"/>
                <a:cs typeface="Calibri" pitchFamily="34" charset="-120"/>
              </a:rPr>
              <a:t>goal. </a:t>
            </a:r>
            <a:pPr indent="0" marL="0">
              <a:spcAft>
                <a:spcPts val="800"/>
              </a:spcAft>
              <a:buNone/>
            </a:pPr>
            <a:r>
              <a:rPr lang="en-US" sz="1500" b="1" dirty="0">
                <a:solidFill>
                  <a:srgbClr val="EDE3DF"/>
                </a:solidFill>
                <a:latin typeface="Calibri" pitchFamily="34" charset="0"/>
                <a:ea typeface="Calibri" pitchFamily="34" charset="-122"/>
                <a:cs typeface="Calibri" pitchFamily="34" charset="-120"/>
              </a:rPr>
              <a:t>Below: </a:t>
            </a:r>
            <a:pPr indent="0" marL="0">
              <a:spcAft>
                <a:spcPts val="800"/>
              </a:spcAft>
              <a:buNone/>
            </a:pPr>
            <a:r>
              <a:rPr lang="en-US" sz="1500" dirty="0">
                <a:solidFill>
                  <a:srgbClr val="EDE3DF"/>
                </a:solidFill>
                <a:latin typeface="Calibri" pitchFamily="34" charset="0"/>
                <a:ea typeface="Calibri" pitchFamily="34" charset="-122"/>
                <a:cs typeface="Calibri" pitchFamily="34" charset="-120"/>
              </a:rPr>
              <a:t>no goal.</a:t>
            </a:r>
            <a:endParaRPr lang="en-US" sz="1500" dirty="0"/>
          </a:p>
        </p:txBody>
      </p:sp>
      <p:sp>
        <p:nvSpPr>
          <p:cNvPr id="7" name="Text 3"/>
          <p:cNvSpPr txBox="1"/>
          <p:nvPr/>
        </p:nvSpPr>
        <p:spPr>
          <a:xfrm>
            <a:off x="5760720" y="3017520"/>
            <a:ext cx="2926080" cy="731520"/>
          </a:xfrm>
          <a:prstGeom prst="rect">
            <a:avLst/>
          </a:prstGeom>
          <a:noFill/>
          <a:ln/>
        </p:spPr>
        <p:txBody>
          <a:bodyPr wrap="square" lIns="762" tIns="762" rIns="762" bIns="762" rtlCol="0" anchor="t"/>
          <a:lstStyle/>
          <a:p>
            <a:pPr indent="0" marL="0">
              <a:buNone/>
            </a:pPr>
            <a:r>
              <a:rPr lang="en-US" sz="1200" dirty="0">
                <a:solidFill>
                  <a:srgbClr val="B8B0AC"/>
                </a:solidFill>
                <a:latin typeface="Calibri" pitchFamily="34" charset="0"/>
                <a:ea typeface="Calibri" pitchFamily="34" charset="-122"/>
                <a:cs typeface="Calibri" pitchFamily="34" charset="-120"/>
              </a:rPr>
              <a:t>Hypothetical shots without the head/body tag (head_or_body = 0)</a:t>
            </a:r>
            <a:endParaRPr lang="en-US" sz="1200" dirty="0"/>
          </a:p>
        </p:txBody>
      </p:sp>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2"/>
          <p:cNvSpPr/>
          <p:nvPr>
            <p:ph idx="112" type="title" hasCustomPrompt="1"/>
          </p:nvPr>
        </p:nvSpPr>
        <p:spPr>
          <a:xfrm>
            <a:off x="457200" y="274320"/>
            <a:ext cx="7772400" cy="731520"/>
          </a:xfrm>
          <a:prstGeom prst="rect">
            <a:avLst/>
          </a:prstGeom>
          <a:noFill/>
          <a:ln/>
        </p:spPr>
        <p:txBody>
          <a:bodyPr wrap="square" lIns="0" tIns="0" rIns="0" bIns="0" rtlCol="0" anchor="ctr"/>
          <a:lstStyle/>
          <a:p>
            <a:pPr algn="l" indent="0" marL="0">
              <a:buNone/>
            </a:pPr>
            <a:r>
              <a:rPr lang="en-US" sz="2400" i="1" dirty="0">
                <a:solidFill>
                  <a:srgbClr val="EDE3DF"/>
                </a:solidFill>
                <a:latin typeface="Arial Black" pitchFamily="34" charset="0"/>
                <a:ea typeface="Arial Black" pitchFamily="34" charset="-122"/>
                <a:cs typeface="Arial Black" pitchFamily="34" charset="-120"/>
              </a:rPr>
              <a:t>High accuracy can hide missed goals</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3474720"/>
                <a:gridCol w="2011680"/>
                <a:gridCol w="2743200"/>
              </a:tblGrid>
              <a:tr h="502920">
                <a:tc>
                  <a:txBody>
                    <a:bodyPr/>
                    <a:lstStyle/>
                    <a:p>
                      <a:pPr algn="l" indent="0" marL="0">
                        <a:buNone/>
                      </a:pPr>
                      <a:r>
                        <a:rPr lang="en-US" sz="1600" b="1" dirty="0">
                          <a:solidFill>
                            <a:srgbClr val="0E0D10"/>
                          </a:solidFill>
                          <a:latin typeface="Calibri" pitchFamily="34" charset="0"/>
                          <a:ea typeface="Calibri" pitchFamily="34" charset="-122"/>
                          <a:cs typeface="Calibri" pitchFamily="34" charset="-120"/>
                        </a:rPr>
                        <a:t>Test-set method</a:t>
                      </a:r>
                      <a:endParaRPr lang="en-US" sz="16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E87500"/>
                    </a:solidFill>
                  </a:tcPr>
                </a:tc>
                <a:tc>
                  <a:txBody>
                    <a:bodyPr/>
                    <a:lstStyle/>
                    <a:p>
                      <a:pPr algn="ctr" indent="0" marL="0">
                        <a:buNone/>
                      </a:pPr>
                      <a:r>
                        <a:rPr lang="en-US" sz="1600" b="1" dirty="0">
                          <a:solidFill>
                            <a:srgbClr val="0E0D10"/>
                          </a:solidFill>
                          <a:latin typeface="Calibri" pitchFamily="34" charset="0"/>
                          <a:ea typeface="Calibri" pitchFamily="34" charset="-122"/>
                          <a:cs typeface="Calibri" pitchFamily="34" charset="-120"/>
                        </a:rPr>
                        <a:t>Accuracy</a:t>
                      </a:r>
                      <a:endParaRPr lang="en-US" sz="16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E87500"/>
                    </a:solidFill>
                  </a:tcPr>
                </a:tc>
                <a:tc>
                  <a:txBody>
                    <a:bodyPr/>
                    <a:lstStyle/>
                    <a:p>
                      <a:pPr algn="ctr" indent="0" marL="0">
                        <a:buNone/>
                      </a:pPr>
                      <a:r>
                        <a:rPr lang="en-US" sz="1600" b="1" dirty="0">
                          <a:solidFill>
                            <a:srgbClr val="0E0D10"/>
                          </a:solidFill>
                          <a:latin typeface="Calibri" pitchFamily="34" charset="0"/>
                          <a:ea typeface="Calibri" pitchFamily="34" charset="-122"/>
                          <a:cs typeface="Calibri" pitchFamily="34" charset="-120"/>
                        </a:rPr>
                        <a:t>Actual goals caught</a:t>
                      </a:r>
                      <a:endParaRPr lang="en-US" sz="16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E87500"/>
                    </a:solidFill>
                  </a:tcPr>
                </a:tc>
              </a:tr>
              <a:tr h="731520">
                <a:tc>
                  <a:txBody>
                    <a:bodyPr/>
                    <a:lstStyle/>
                    <a:p>
                      <a:pPr indent="0" marL="0">
                        <a:buNone/>
                      </a:pPr>
                      <a:r>
                        <a:rPr lang="en-US" sz="1800" dirty="0">
                          <a:solidFill>
                            <a:srgbClr val="EDE3DF"/>
                          </a:solidFill>
                          <a:latin typeface="Calibri" pitchFamily="34" charset="0"/>
                          <a:ea typeface="Calibri" pitchFamily="34" charset="-122"/>
                          <a:cs typeface="Calibri" pitchFamily="34" charset="-120"/>
                        </a:rPr>
                        <a:t>Always no goal</a:t>
                      </a:r>
                      <a:endParaRPr lang="en-US" sz="18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2000" dirty="0">
                          <a:solidFill>
                            <a:srgbClr val="EDE3DF"/>
                          </a:solidFill>
                          <a:latin typeface="Calibri" pitchFamily="34" charset="0"/>
                          <a:ea typeface="Calibri" pitchFamily="34" charset="-122"/>
                          <a:cs typeface="Calibri" pitchFamily="34" charset="-120"/>
                        </a:rPr>
                        <a:t>89.6%</a:t>
                      </a:r>
                      <a:endParaRPr lang="en-US" sz="20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2000" b="1" dirty="0">
                          <a:solidFill>
                            <a:srgbClr val="E5484D"/>
                          </a:solidFill>
                          <a:latin typeface="Calibri" pitchFamily="34" charset="0"/>
                          <a:ea typeface="Calibri" pitchFamily="34" charset="-122"/>
                          <a:cs typeface="Calibri" pitchFamily="34" charset="-120"/>
                        </a:rPr>
                        <a:t>0 / 176</a:t>
                      </a:r>
                      <a:endParaRPr lang="en-US" sz="20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r h="731520">
                <a:tc>
                  <a:txBody>
                    <a:bodyPr/>
                    <a:lstStyle/>
                    <a:p>
                      <a:pPr indent="0" marL="0">
                        <a:buNone/>
                      </a:pPr>
                      <a:r>
                        <a:rPr lang="en-US" sz="1800" dirty="0">
                          <a:solidFill>
                            <a:srgbClr val="EDE3DF"/>
                          </a:solidFill>
                          <a:latin typeface="Calibri" pitchFamily="34" charset="0"/>
                          <a:ea typeface="Calibri" pitchFamily="34" charset="-122"/>
                          <a:cs typeface="Calibri" pitchFamily="34" charset="-120"/>
                        </a:rPr>
                        <a:t>Logistic, threshold 0.50</a:t>
                      </a:r>
                      <a:endParaRPr lang="en-US" sz="18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2000" dirty="0">
                          <a:solidFill>
                            <a:srgbClr val="EDE3DF"/>
                          </a:solidFill>
                          <a:latin typeface="Calibri" pitchFamily="34" charset="0"/>
                          <a:ea typeface="Calibri" pitchFamily="34" charset="-122"/>
                          <a:cs typeface="Calibri" pitchFamily="34" charset="-120"/>
                        </a:rPr>
                        <a:t>89.9%</a:t>
                      </a:r>
                      <a:endParaRPr lang="en-US" sz="20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algn="ctr" indent="0" marL="0">
                        <a:buNone/>
                      </a:pPr>
                      <a:r>
                        <a:rPr lang="en-US" sz="2000" b="1" dirty="0">
                          <a:solidFill>
                            <a:srgbClr val="6FD8B0"/>
                          </a:solidFill>
                          <a:latin typeface="Calibri" pitchFamily="34" charset="0"/>
                          <a:ea typeface="Calibri" pitchFamily="34" charset="-122"/>
                          <a:cs typeface="Calibri" pitchFamily="34" charset="-120"/>
                        </a:rPr>
                        <a:t>9 / 176</a:t>
                      </a:r>
                      <a:endParaRPr lang="en-US" sz="20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bl>
          </a:graphicData>
        </a:graphic>
      </p:graphicFrame>
      <p:sp>
        <p:nvSpPr>
          <p:cNvPr id="5" name="Shape 1"/>
          <p:cNvSpPr/>
          <p:nvPr/>
        </p:nvSpPr>
        <p:spPr>
          <a:xfrm>
            <a:off x="1371600" y="3657600"/>
            <a:ext cx="6400800" cy="594360"/>
          </a:xfrm>
          <a:prstGeom prst="roundRect">
            <a:avLst>
              <a:gd name="adj" fmla="val 23077"/>
            </a:avLst>
          </a:prstGeom>
          <a:solidFill>
            <a:srgbClr val="17462F"/>
          </a:solidFill>
          <a:ln w="12700">
            <a:solidFill>
              <a:srgbClr val="6FD8B0"/>
            </a:solidFill>
            <a:prstDash val="solid"/>
          </a:ln>
        </p:spPr>
      </p:sp>
      <p:sp>
        <p:nvSpPr>
          <p:cNvPr id="6" name="Text 2"/>
          <p:cNvSpPr txBox="1"/>
          <p:nvPr/>
        </p:nvSpPr>
        <p:spPr>
          <a:xfrm>
            <a:off x="1371600" y="3657600"/>
            <a:ext cx="6400800" cy="594360"/>
          </a:xfrm>
          <a:prstGeom prst="rect">
            <a:avLst/>
          </a:prstGeom>
          <a:noFill/>
          <a:ln/>
        </p:spPr>
        <p:txBody>
          <a:bodyPr wrap="square" lIns="762" tIns="762" rIns="762" bIns="762" rtlCol="0" anchor="ctr"/>
          <a:lstStyle/>
          <a:p>
            <a:pPr algn="ctr" indent="0" marL="0">
              <a:buNone/>
            </a:pPr>
            <a:r>
              <a:rPr lang="en-US" sz="2000" b="1" dirty="0">
                <a:solidFill>
                  <a:srgbClr val="EDE3DF"/>
                </a:solidFill>
                <a:latin typeface="Calibri" pitchFamily="34" charset="0"/>
                <a:ea typeface="Calibri" pitchFamily="34" charset="-122"/>
                <a:cs typeface="Calibri" pitchFamily="34" charset="-120"/>
              </a:rPr>
              <a:t>What happens when we lower the threshold?</a:t>
            </a:r>
            <a:endParaRPr lang="en-US" sz="2000" dirty="0"/>
          </a:p>
        </p:txBody>
      </p:sp>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2"/>
          <p:cNvSpPr/>
          <p:nvPr>
            <p:ph idx="112" type="title" hasCustomPrompt="1"/>
          </p:nvPr>
        </p:nvSpPr>
        <p:spPr>
          <a:xfrm>
            <a:off x="457200" y="274320"/>
            <a:ext cx="7772400" cy="731520"/>
          </a:xfrm>
          <a:prstGeom prst="rect">
            <a:avLst/>
          </a:prstGeom>
          <a:noFill/>
          <a:ln/>
        </p:spPr>
        <p:txBody>
          <a:bodyPr wrap="square" lIns="0" tIns="0" rIns="0" bIns="0" rtlCol="0" anchor="ctr"/>
          <a:lstStyle/>
          <a:p>
            <a:pPr algn="l" indent="0" marL="0">
              <a:buNone/>
            </a:pPr>
            <a:r>
              <a:rPr lang="en-US" sz="2400" i="1" dirty="0">
                <a:solidFill>
                  <a:srgbClr val="EDE3DF"/>
                </a:solidFill>
                <a:latin typeface="Arial Black" pitchFamily="34" charset="0"/>
                <a:ea typeface="Arial Black" pitchFamily="34" charset="-122"/>
                <a:cs typeface="Arial Black" pitchFamily="34" charset="-120"/>
              </a:rPr>
              <a:t>Clustering discovers similarity groups</a:t>
            </a:r>
            <a:endParaRPr lang="en-US" sz="2400" dirty="0"/>
          </a:p>
        </p:txBody>
      </p:sp>
      <p:graphicFrame>
        <p:nvGraphicFramePr>
          <p:cNvPr id="4" name="Chart 0" descr=""/>
          <p:cNvGraphicFramePr/>
          <p:nvPr/>
        </p:nvGraphicFramePr>
        <p:xfrm>
          <a:off x="365760" y="1371600"/>
          <a:ext cx="5212080" cy="329184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5760720" y="1371600"/>
            <a:ext cx="2926080" cy="685800"/>
          </a:xfrm>
          <a:prstGeom prst="roundRect">
            <a:avLst>
              <a:gd name="adj" fmla="val 16000"/>
            </a:avLst>
          </a:prstGeom>
          <a:solidFill>
            <a:srgbClr val="2B2B2E"/>
          </a:solidFill>
          <a:ln w="19050">
            <a:solidFill>
              <a:srgbClr val="17462F"/>
            </a:solidFill>
            <a:prstDash val="solid"/>
          </a:ln>
        </p:spPr>
      </p:sp>
      <p:sp>
        <p:nvSpPr>
          <p:cNvPr id="6" name="Text 2"/>
          <p:cNvSpPr txBox="1"/>
          <p:nvPr/>
        </p:nvSpPr>
        <p:spPr>
          <a:xfrm>
            <a:off x="5852160" y="1371600"/>
            <a:ext cx="2743200" cy="685800"/>
          </a:xfrm>
          <a:prstGeom prst="rect">
            <a:avLst/>
          </a:prstGeom>
          <a:noFill/>
          <a:ln/>
        </p:spPr>
        <p:txBody>
          <a:bodyPr wrap="square" lIns="762" tIns="762" rIns="762" bIns="762" rtlCol="0" anchor="ctr"/>
          <a:lstStyle/>
          <a:p>
            <a:pPr indent="0" marL="0">
              <a:buNone/>
            </a:pPr>
            <a:r>
              <a:rPr lang="en-US" sz="1500" b="1" dirty="0">
                <a:solidFill>
                  <a:srgbClr val="EDE3DF"/>
                </a:solidFill>
                <a:latin typeface="Calibri" pitchFamily="34" charset="0"/>
                <a:ea typeface="Calibri" pitchFamily="34" charset="-122"/>
                <a:cs typeface="Calibri" pitchFamily="34" charset="-120"/>
              </a:rPr>
              <a:t>We choose K.</a:t>
            </a:r>
            <a:endParaRPr lang="en-US" sz="1500" dirty="0"/>
          </a:p>
        </p:txBody>
      </p:sp>
      <p:sp>
        <p:nvSpPr>
          <p:cNvPr id="7" name="Shape 3"/>
          <p:cNvSpPr/>
          <p:nvPr/>
        </p:nvSpPr>
        <p:spPr>
          <a:xfrm>
            <a:off x="5760720" y="2148840"/>
            <a:ext cx="2926080" cy="685800"/>
          </a:xfrm>
          <a:prstGeom prst="roundRect">
            <a:avLst>
              <a:gd name="adj" fmla="val 16000"/>
            </a:avLst>
          </a:prstGeom>
          <a:solidFill>
            <a:srgbClr val="2B2B2E"/>
          </a:solidFill>
          <a:ln w="19050">
            <a:solidFill>
              <a:srgbClr val="17462F"/>
            </a:solidFill>
            <a:prstDash val="solid"/>
          </a:ln>
        </p:spPr>
      </p:sp>
      <p:sp>
        <p:nvSpPr>
          <p:cNvPr id="8" name="Text 4"/>
          <p:cNvSpPr txBox="1"/>
          <p:nvPr/>
        </p:nvSpPr>
        <p:spPr>
          <a:xfrm>
            <a:off x="5852160" y="2148840"/>
            <a:ext cx="2743200" cy="685800"/>
          </a:xfrm>
          <a:prstGeom prst="rect">
            <a:avLst/>
          </a:prstGeom>
          <a:noFill/>
          <a:ln/>
        </p:spPr>
        <p:txBody>
          <a:bodyPr wrap="square" lIns="762" tIns="762" rIns="762" bIns="762" rtlCol="0" anchor="ctr"/>
          <a:lstStyle/>
          <a:p>
            <a:pPr indent="0" marL="0">
              <a:buNone/>
            </a:pPr>
            <a:r>
              <a:rPr lang="en-US" sz="1500" b="1" dirty="0">
                <a:solidFill>
                  <a:srgbClr val="EDE3DF"/>
                </a:solidFill>
                <a:latin typeface="Calibri" pitchFamily="34" charset="0"/>
                <a:ea typeface="Calibri" pitchFamily="34" charset="-122"/>
                <a:cs typeface="Calibri" pitchFamily="34" charset="-120"/>
              </a:rPr>
              <a:t>The model groups similar rows.</a:t>
            </a:r>
            <a:endParaRPr lang="en-US" sz="1500" dirty="0"/>
          </a:p>
        </p:txBody>
      </p:sp>
      <p:sp>
        <p:nvSpPr>
          <p:cNvPr id="9" name="Shape 5"/>
          <p:cNvSpPr/>
          <p:nvPr/>
        </p:nvSpPr>
        <p:spPr>
          <a:xfrm>
            <a:off x="5760720" y="2926080"/>
            <a:ext cx="2926080" cy="685800"/>
          </a:xfrm>
          <a:prstGeom prst="roundRect">
            <a:avLst>
              <a:gd name="adj" fmla="val 16000"/>
            </a:avLst>
          </a:prstGeom>
          <a:solidFill>
            <a:srgbClr val="2B2B2E"/>
          </a:solidFill>
          <a:ln w="19050">
            <a:solidFill>
              <a:srgbClr val="17462F"/>
            </a:solidFill>
            <a:prstDash val="solid"/>
          </a:ln>
        </p:spPr>
      </p:sp>
      <p:sp>
        <p:nvSpPr>
          <p:cNvPr id="10" name="Text 6"/>
          <p:cNvSpPr txBox="1"/>
          <p:nvPr/>
        </p:nvSpPr>
        <p:spPr>
          <a:xfrm>
            <a:off x="5852160" y="2926080"/>
            <a:ext cx="2743200" cy="685800"/>
          </a:xfrm>
          <a:prstGeom prst="rect">
            <a:avLst/>
          </a:prstGeom>
          <a:noFill/>
          <a:ln/>
        </p:spPr>
        <p:txBody>
          <a:bodyPr wrap="square" lIns="762" tIns="762" rIns="762" bIns="762" rtlCol="0" anchor="ctr"/>
          <a:lstStyle/>
          <a:p>
            <a:pPr indent="0" marL="0">
              <a:buNone/>
            </a:pPr>
            <a:r>
              <a:rPr lang="en-US" sz="1500" b="1" dirty="0">
                <a:solidFill>
                  <a:srgbClr val="EDE3DF"/>
                </a:solidFill>
                <a:latin typeface="Calibri" pitchFamily="34" charset="0"/>
                <a:ea typeface="Calibri" pitchFamily="34" charset="-122"/>
                <a:cs typeface="Calibri" pitchFamily="34" charset="-120"/>
              </a:rPr>
              <a:t>K-Means used all six scaled features.</a:t>
            </a:r>
            <a:endParaRPr lang="en-US" sz="1500" dirty="0"/>
          </a:p>
        </p:txBody>
      </p:sp>
      <p:sp>
        <p:nvSpPr>
          <p:cNvPr id="11" name="Shape 7"/>
          <p:cNvSpPr/>
          <p:nvPr/>
        </p:nvSpPr>
        <p:spPr>
          <a:xfrm>
            <a:off x="5760720" y="3749040"/>
            <a:ext cx="2926080" cy="914400"/>
          </a:xfrm>
          <a:prstGeom prst="roundRect">
            <a:avLst>
              <a:gd name="adj" fmla="val 12000"/>
            </a:avLst>
          </a:prstGeom>
          <a:solidFill>
            <a:srgbClr val="2B2B2E"/>
          </a:solidFill>
          <a:ln w="19050">
            <a:solidFill>
              <a:srgbClr val="E87500"/>
            </a:solidFill>
            <a:prstDash val="solid"/>
          </a:ln>
        </p:spPr>
      </p:sp>
      <p:sp>
        <p:nvSpPr>
          <p:cNvPr id="12" name="Text 8"/>
          <p:cNvSpPr txBox="1"/>
          <p:nvPr/>
        </p:nvSpPr>
        <p:spPr>
          <a:xfrm>
            <a:off x="5852160" y="3749040"/>
            <a:ext cx="2743200" cy="914400"/>
          </a:xfrm>
          <a:prstGeom prst="rect">
            <a:avLst/>
          </a:prstGeom>
          <a:noFill/>
          <a:ln/>
        </p:spPr>
        <p:txBody>
          <a:bodyPr wrap="square" lIns="762" tIns="762" rIns="762" bIns="762" rtlCol="0" anchor="ctr"/>
          <a:lstStyle/>
          <a:p>
            <a:pPr indent="0" marL="0">
              <a:buNone/>
            </a:pPr>
            <a:r>
              <a:rPr lang="en-US" sz="1300" b="1" dirty="0">
                <a:solidFill>
                  <a:srgbClr val="E87500"/>
                </a:solidFill>
                <a:latin typeface="Calibri" pitchFamily="34" charset="0"/>
                <a:ea typeface="Calibri" pitchFamily="34" charset="-122"/>
                <a:cs typeface="Calibri" pitchFamily="34" charset="-120"/>
              </a:rPr>
              <a:t>Not sharply separated: </a:t>
            </a:r>
            <a:pPr indent="0" marL="0">
              <a:buNone/>
            </a:pPr>
            <a:r>
              <a:rPr lang="en-US" sz="1300" dirty="0">
                <a:solidFill>
                  <a:srgbClr val="EDE3DF"/>
                </a:solidFill>
                <a:latin typeface="Calibri" pitchFamily="34" charset="0"/>
                <a:ea typeface="Calibri" pitchFamily="34" charset="-122"/>
                <a:cs typeface="Calibri" pitchFamily="34" charset="-120"/>
              </a:rPr>
              <a:t>this 2D view shows only two of the six features.</a:t>
            </a:r>
            <a:endParaRPr lang="en-US" sz="1300" dirty="0"/>
          </a:p>
        </p:txBody>
      </p:sp>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2"/>
          <p:cNvSpPr/>
          <p:nvPr>
            <p:ph idx="112" type="title" hasCustomPrompt="1"/>
          </p:nvPr>
        </p:nvSpPr>
        <p:spPr>
          <a:xfrm>
            <a:off x="457200" y="274320"/>
            <a:ext cx="7772400" cy="731520"/>
          </a:xfrm>
          <a:prstGeom prst="rect">
            <a:avLst/>
          </a:prstGeom>
          <a:noFill/>
          <a:ln/>
        </p:spPr>
        <p:txBody>
          <a:bodyPr wrap="square" lIns="0" tIns="0" rIns="0" bIns="0" rtlCol="0" anchor="ctr"/>
          <a:lstStyle/>
          <a:p>
            <a:pPr algn="l" indent="0" marL="0">
              <a:buNone/>
            </a:pPr>
            <a:r>
              <a:rPr lang="en-US" sz="2400" i="1" dirty="0">
                <a:solidFill>
                  <a:srgbClr val="EDE3DF"/>
                </a:solidFill>
                <a:latin typeface="Arial Black" pitchFamily="34" charset="0"/>
                <a:ea typeface="Arial Black" pitchFamily="34" charset="-122"/>
                <a:cs typeface="Arial Black" pitchFamily="34" charset="-120"/>
              </a:rPr>
              <a:t>Optional: PCA makes new summary axes</a:t>
            </a:r>
            <a:endParaRPr lang="en-US" sz="2400" dirty="0"/>
          </a:p>
        </p:txBody>
      </p:sp>
      <p:graphicFrame>
        <p:nvGraphicFramePr>
          <p:cNvPr id="4" name="Chart 0" descr=""/>
          <p:cNvGraphicFramePr/>
          <p:nvPr/>
        </p:nvGraphicFramePr>
        <p:xfrm>
          <a:off x="365760" y="1371600"/>
          <a:ext cx="5212080" cy="32918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57200" y="1097280"/>
            <a:ext cx="5120640" cy="274320"/>
          </a:xfrm>
          <a:prstGeom prst="rect">
            <a:avLst/>
          </a:prstGeom>
          <a:noFill/>
          <a:ln/>
        </p:spPr>
        <p:txBody>
          <a:bodyPr wrap="square" lIns="762" tIns="762" rIns="762" bIns="762" rtlCol="0" anchor="t"/>
          <a:lstStyle/>
          <a:p>
            <a:pPr indent="0" marL="0">
              <a:buNone/>
            </a:pPr>
            <a:r>
              <a:rPr lang="en-US" sz="1100" dirty="0">
                <a:solidFill>
                  <a:srgbClr val="B8B0AC"/>
                </a:solidFill>
                <a:latin typeface="Calibri" pitchFamily="34" charset="0"/>
                <a:ea typeface="Calibri" pitchFamily="34" charset="-122"/>
                <a:cs typeface="Calibri" pitchFamily="34" charset="-120"/>
              </a:rPr>
              <a:t>Illustrative PCA example: made-up points; axes and PC lines are conceptual.</a:t>
            </a:r>
            <a:endParaRPr lang="en-US" sz="1100" dirty="0"/>
          </a:p>
        </p:txBody>
      </p:sp>
      <p:sp>
        <p:nvSpPr>
          <p:cNvPr id="6" name="Shape 2"/>
          <p:cNvSpPr/>
          <p:nvPr/>
        </p:nvSpPr>
        <p:spPr>
          <a:xfrm>
            <a:off x="5760720" y="1371600"/>
            <a:ext cx="2926080" cy="960120"/>
          </a:xfrm>
          <a:prstGeom prst="roundRect">
            <a:avLst>
              <a:gd name="adj" fmla="val 11429"/>
            </a:avLst>
          </a:prstGeom>
          <a:solidFill>
            <a:srgbClr val="2B2B2E"/>
          </a:solidFill>
          <a:ln w="19050">
            <a:solidFill>
              <a:srgbClr val="17462F"/>
            </a:solidFill>
            <a:prstDash val="solid"/>
          </a:ln>
        </p:spPr>
      </p:sp>
      <p:sp>
        <p:nvSpPr>
          <p:cNvPr id="7" name="Shape 3"/>
          <p:cNvSpPr/>
          <p:nvPr/>
        </p:nvSpPr>
        <p:spPr>
          <a:xfrm>
            <a:off x="5852160" y="1463040"/>
            <a:ext cx="365760" cy="365760"/>
          </a:xfrm>
          <a:prstGeom prst="ellipse">
            <a:avLst/>
          </a:prstGeom>
          <a:solidFill>
            <a:srgbClr val="E87500"/>
          </a:solidFill>
          <a:ln w="12700">
            <a:solidFill>
              <a:srgbClr val="E87500"/>
            </a:solidFill>
            <a:prstDash val="solid"/>
          </a:ln>
        </p:spPr>
      </p:sp>
      <p:sp>
        <p:nvSpPr>
          <p:cNvPr id="8" name="Text 4"/>
          <p:cNvSpPr txBox="1"/>
          <p:nvPr/>
        </p:nvSpPr>
        <p:spPr>
          <a:xfrm>
            <a:off x="5852160" y="1463040"/>
            <a:ext cx="365760" cy="365760"/>
          </a:xfrm>
          <a:prstGeom prst="rect">
            <a:avLst/>
          </a:prstGeom>
          <a:noFill/>
          <a:ln/>
        </p:spPr>
        <p:txBody>
          <a:bodyPr wrap="square" lIns="0" tIns="0" rIns="0" bIns="0"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1</a:t>
            </a:r>
            <a:endParaRPr lang="en-US" sz="1400" dirty="0"/>
          </a:p>
        </p:txBody>
      </p:sp>
      <p:sp>
        <p:nvSpPr>
          <p:cNvPr id="9" name="Text 5"/>
          <p:cNvSpPr txBox="1"/>
          <p:nvPr/>
        </p:nvSpPr>
        <p:spPr>
          <a:xfrm>
            <a:off x="6263640" y="1371600"/>
            <a:ext cx="2377440" cy="960120"/>
          </a:xfrm>
          <a:prstGeom prst="rect">
            <a:avLst/>
          </a:prstGeom>
          <a:noFill/>
          <a:ln/>
        </p:spPr>
        <p:txBody>
          <a:bodyPr wrap="square" lIns="762" tIns="762" rIns="762" bIns="762" rtlCol="0" anchor="ctr"/>
          <a:lstStyle/>
          <a:p>
            <a:pPr indent="0" marL="0">
              <a:buNone/>
            </a:pPr>
            <a:r>
              <a:rPr lang="en-US" sz="1300" dirty="0">
                <a:solidFill>
                  <a:srgbClr val="EDE3DF"/>
                </a:solidFill>
                <a:latin typeface="Calibri" pitchFamily="34" charset="0"/>
                <a:ea typeface="Calibri" pitchFamily="34" charset="-122"/>
                <a:cs typeface="Calibri" pitchFamily="34" charset="-120"/>
              </a:rPr>
              <a:t>Start: 6 standardized stats per player (points, rebounds, assists, steals, blocks, 3PA).</a:t>
            </a:r>
            <a:endParaRPr lang="en-US" sz="1300" dirty="0"/>
          </a:p>
        </p:txBody>
      </p:sp>
      <p:sp>
        <p:nvSpPr>
          <p:cNvPr id="10" name="Shape 6"/>
          <p:cNvSpPr/>
          <p:nvPr/>
        </p:nvSpPr>
        <p:spPr>
          <a:xfrm>
            <a:off x="5760720" y="2468880"/>
            <a:ext cx="2926080" cy="960120"/>
          </a:xfrm>
          <a:prstGeom prst="roundRect">
            <a:avLst>
              <a:gd name="adj" fmla="val 11429"/>
            </a:avLst>
          </a:prstGeom>
          <a:solidFill>
            <a:srgbClr val="2B2B2E"/>
          </a:solidFill>
          <a:ln w="19050">
            <a:solidFill>
              <a:srgbClr val="17462F"/>
            </a:solidFill>
            <a:prstDash val="solid"/>
          </a:ln>
        </p:spPr>
      </p:sp>
      <p:sp>
        <p:nvSpPr>
          <p:cNvPr id="11" name="Shape 7"/>
          <p:cNvSpPr/>
          <p:nvPr/>
        </p:nvSpPr>
        <p:spPr>
          <a:xfrm>
            <a:off x="5852160" y="2560320"/>
            <a:ext cx="365760" cy="365760"/>
          </a:xfrm>
          <a:prstGeom prst="ellipse">
            <a:avLst/>
          </a:prstGeom>
          <a:solidFill>
            <a:srgbClr val="E87500"/>
          </a:solidFill>
          <a:ln w="12700">
            <a:solidFill>
              <a:srgbClr val="E87500"/>
            </a:solidFill>
            <a:prstDash val="solid"/>
          </a:ln>
        </p:spPr>
      </p:sp>
      <p:sp>
        <p:nvSpPr>
          <p:cNvPr id="12" name="Text 8"/>
          <p:cNvSpPr txBox="1"/>
          <p:nvPr/>
        </p:nvSpPr>
        <p:spPr>
          <a:xfrm>
            <a:off x="5852160" y="2560320"/>
            <a:ext cx="365760" cy="365760"/>
          </a:xfrm>
          <a:prstGeom prst="rect">
            <a:avLst/>
          </a:prstGeom>
          <a:noFill/>
          <a:ln/>
        </p:spPr>
        <p:txBody>
          <a:bodyPr wrap="square" lIns="0" tIns="0" rIns="0" bIns="0"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6263640" y="2468880"/>
            <a:ext cx="2377440" cy="960120"/>
          </a:xfrm>
          <a:prstGeom prst="rect">
            <a:avLst/>
          </a:prstGeom>
          <a:noFill/>
          <a:ln/>
        </p:spPr>
        <p:txBody>
          <a:bodyPr wrap="square" lIns="762" tIns="762" rIns="762" bIns="762" rtlCol="0" anchor="ctr"/>
          <a:lstStyle/>
          <a:p>
            <a:pPr indent="0" marL="0">
              <a:buNone/>
            </a:pPr>
            <a:r>
              <a:rPr lang="en-US" sz="1300" dirty="0">
                <a:solidFill>
                  <a:srgbClr val="EDE3DF"/>
                </a:solidFill>
                <a:latin typeface="Calibri" pitchFamily="34" charset="0"/>
                <a:ea typeface="Calibri" pitchFamily="34" charset="-122"/>
                <a:cs typeface="Calibri" pitchFamily="34" charset="-120"/>
              </a:rPr>
              <a:t>PC1: the direction with the most spread. PC2: the next most, at a right angle.</a:t>
            </a:r>
            <a:endParaRPr lang="en-US" sz="1300" dirty="0"/>
          </a:p>
        </p:txBody>
      </p:sp>
      <p:sp>
        <p:nvSpPr>
          <p:cNvPr id="14" name="Shape 10"/>
          <p:cNvSpPr/>
          <p:nvPr/>
        </p:nvSpPr>
        <p:spPr>
          <a:xfrm>
            <a:off x="5760720" y="3566160"/>
            <a:ext cx="2926080" cy="960120"/>
          </a:xfrm>
          <a:prstGeom prst="roundRect">
            <a:avLst>
              <a:gd name="adj" fmla="val 11429"/>
            </a:avLst>
          </a:prstGeom>
          <a:solidFill>
            <a:srgbClr val="2B2B2E"/>
          </a:solidFill>
          <a:ln w="19050">
            <a:solidFill>
              <a:srgbClr val="17462F"/>
            </a:solidFill>
            <a:prstDash val="solid"/>
          </a:ln>
        </p:spPr>
      </p:sp>
      <p:sp>
        <p:nvSpPr>
          <p:cNvPr id="15" name="Shape 11"/>
          <p:cNvSpPr/>
          <p:nvPr/>
        </p:nvSpPr>
        <p:spPr>
          <a:xfrm>
            <a:off x="5852160" y="3657600"/>
            <a:ext cx="365760" cy="365760"/>
          </a:xfrm>
          <a:prstGeom prst="ellipse">
            <a:avLst/>
          </a:prstGeom>
          <a:solidFill>
            <a:srgbClr val="E87500"/>
          </a:solidFill>
          <a:ln w="12700">
            <a:solidFill>
              <a:srgbClr val="E87500"/>
            </a:solidFill>
            <a:prstDash val="solid"/>
          </a:ln>
        </p:spPr>
      </p:sp>
      <p:sp>
        <p:nvSpPr>
          <p:cNvPr id="16" name="Text 12"/>
          <p:cNvSpPr txBox="1"/>
          <p:nvPr/>
        </p:nvSpPr>
        <p:spPr>
          <a:xfrm>
            <a:off x="5852160" y="3657600"/>
            <a:ext cx="365760" cy="365760"/>
          </a:xfrm>
          <a:prstGeom prst="rect">
            <a:avLst/>
          </a:prstGeom>
          <a:noFill/>
          <a:ln/>
        </p:spPr>
        <p:txBody>
          <a:bodyPr wrap="square" lIns="0" tIns="0" rIns="0" bIns="0"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3</a:t>
            </a:r>
            <a:endParaRPr lang="en-US" sz="1400" dirty="0"/>
          </a:p>
        </p:txBody>
      </p:sp>
      <p:sp>
        <p:nvSpPr>
          <p:cNvPr id="17" name="Text 13"/>
          <p:cNvSpPr txBox="1"/>
          <p:nvPr/>
        </p:nvSpPr>
        <p:spPr>
          <a:xfrm>
            <a:off x="6263640" y="3566160"/>
            <a:ext cx="2377440" cy="960120"/>
          </a:xfrm>
          <a:prstGeom prst="rect">
            <a:avLst/>
          </a:prstGeom>
          <a:noFill/>
          <a:ln/>
        </p:spPr>
        <p:txBody>
          <a:bodyPr wrap="square" lIns="762" tIns="762" rIns="762" bIns="762" rtlCol="0" anchor="ctr"/>
          <a:lstStyle/>
          <a:p>
            <a:pPr indent="0" marL="0">
              <a:buNone/>
            </a:pPr>
            <a:r>
              <a:rPr lang="en-US" sz="1300" dirty="0">
                <a:solidFill>
                  <a:srgbClr val="EDE3DF"/>
                </a:solidFill>
                <a:latin typeface="Calibri" pitchFamily="34" charset="0"/>
                <a:ea typeface="Calibri" pitchFamily="34" charset="-122"/>
                <a:cs typeface="Calibri" pitchFamily="34" charset="-120"/>
              </a:rPr>
              <a:t>Keep two: a 2D map that leaves some variation out.</a:t>
            </a:r>
            <a:endParaRPr lang="en-US" sz="1300" dirty="0"/>
          </a:p>
        </p:txBody>
      </p:sp>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2"/>
          <p:cNvSpPr/>
          <p:nvPr>
            <p:ph idx="112" type="title" hasCustomPrompt="1"/>
          </p:nvPr>
        </p:nvSpPr>
        <p:spPr>
          <a:xfrm>
            <a:off x="457200" y="274320"/>
            <a:ext cx="7772400" cy="731520"/>
          </a:xfrm>
          <a:prstGeom prst="rect">
            <a:avLst/>
          </a:prstGeom>
          <a:noFill/>
          <a:ln/>
        </p:spPr>
        <p:txBody>
          <a:bodyPr wrap="square" lIns="0" tIns="0" rIns="0" bIns="0" rtlCol="0" anchor="ctr"/>
          <a:lstStyle/>
          <a:p>
            <a:pPr algn="l" indent="0" marL="0">
              <a:buNone/>
            </a:pPr>
            <a:r>
              <a:rPr lang="en-US" sz="2400" i="1" dirty="0">
                <a:solidFill>
                  <a:srgbClr val="EDE3DF"/>
                </a:solidFill>
                <a:latin typeface="Arial Black" pitchFamily="34" charset="0"/>
                <a:ea typeface="Arial Black" pitchFamily="34" charset="-122"/>
                <a:cs typeface="Arial Black" pitchFamily="34" charset="-120"/>
              </a:rPr>
              <a:t>Optional: a 2D map leaves information out</a:t>
            </a:r>
            <a:endParaRPr lang="en-US" sz="2400" dirty="0"/>
          </a:p>
        </p:txBody>
      </p:sp>
      <p:graphicFrame>
        <p:nvGraphicFramePr>
          <p:cNvPr id="4" name="Chart 0" descr=""/>
          <p:cNvGraphicFramePr/>
          <p:nvPr/>
        </p:nvGraphicFramePr>
        <p:xfrm>
          <a:off x="365760" y="1371600"/>
          <a:ext cx="5212080" cy="329184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5760720" y="1371600"/>
            <a:ext cx="2926080" cy="1554480"/>
          </a:xfrm>
          <a:prstGeom prst="roundRect">
            <a:avLst>
              <a:gd name="adj" fmla="val 7059"/>
            </a:avLst>
          </a:prstGeom>
          <a:solidFill>
            <a:srgbClr val="2B2B2E"/>
          </a:solidFill>
          <a:ln w="19050">
            <a:solidFill>
              <a:srgbClr val="E87500"/>
            </a:solidFill>
            <a:prstDash val="solid"/>
          </a:ln>
        </p:spPr>
      </p:sp>
      <p:sp>
        <p:nvSpPr>
          <p:cNvPr id="6" name="Text 2"/>
          <p:cNvSpPr txBox="1"/>
          <p:nvPr/>
        </p:nvSpPr>
        <p:spPr>
          <a:xfrm>
            <a:off x="5760720" y="1417320"/>
            <a:ext cx="2926080" cy="822960"/>
          </a:xfrm>
          <a:prstGeom prst="rect">
            <a:avLst/>
          </a:prstGeom>
          <a:noFill/>
          <a:ln/>
        </p:spPr>
        <p:txBody>
          <a:bodyPr wrap="square" lIns="762" tIns="762" rIns="762" bIns="762" rtlCol="0" anchor="ctr"/>
          <a:lstStyle/>
          <a:p>
            <a:pPr algn="ctr" indent="0" marL="0">
              <a:buNone/>
            </a:pPr>
            <a:r>
              <a:rPr lang="en-US" sz="4400" b="1" dirty="0">
                <a:solidFill>
                  <a:srgbClr val="E87500"/>
                </a:solidFill>
                <a:latin typeface="Arial Black" pitchFamily="34" charset="0"/>
                <a:ea typeface="Arial Black" pitchFamily="34" charset="-122"/>
                <a:cs typeface="Arial Black" pitchFamily="34" charset="-120"/>
              </a:rPr>
              <a:t>60.0%</a:t>
            </a:r>
            <a:endParaRPr lang="en-US" sz="4400" dirty="0"/>
          </a:p>
        </p:txBody>
      </p:sp>
      <p:sp>
        <p:nvSpPr>
          <p:cNvPr id="7" name="Text 3"/>
          <p:cNvSpPr txBox="1"/>
          <p:nvPr/>
        </p:nvSpPr>
        <p:spPr>
          <a:xfrm>
            <a:off x="5760720" y="2240280"/>
            <a:ext cx="2926080" cy="548640"/>
          </a:xfrm>
          <a:prstGeom prst="rect">
            <a:avLst/>
          </a:prstGeom>
          <a:noFill/>
          <a:ln/>
        </p:spPr>
        <p:txBody>
          <a:bodyPr wrap="square" lIns="762" tIns="762" rIns="762" bIns="762" rtlCol="0" anchor="t"/>
          <a:lstStyle/>
          <a:p>
            <a:pPr algn="ctr" indent="0" marL="0">
              <a:buNone/>
            </a:pPr>
            <a:r>
              <a:rPr lang="en-US" sz="1500" dirty="0">
                <a:solidFill>
                  <a:srgbClr val="EDE3DF"/>
                </a:solidFill>
                <a:latin typeface="Calibri" pitchFamily="34" charset="0"/>
                <a:ea typeface="Calibri" pitchFamily="34" charset="-122"/>
                <a:cs typeface="Calibri" pitchFamily="34" charset="-120"/>
              </a:rPr>
              <a:t>of standardized variance retained</a:t>
            </a:r>
            <a:endParaRPr lang="en-US" sz="1500" dirty="0"/>
          </a:p>
        </p:txBody>
      </p:sp>
      <p:sp>
        <p:nvSpPr>
          <p:cNvPr id="8" name="Shape 4"/>
          <p:cNvSpPr/>
          <p:nvPr/>
        </p:nvSpPr>
        <p:spPr>
          <a:xfrm>
            <a:off x="5760720" y="3108960"/>
            <a:ext cx="2926080" cy="777240"/>
          </a:xfrm>
          <a:prstGeom prst="roundRect">
            <a:avLst>
              <a:gd name="adj" fmla="val 14118"/>
            </a:avLst>
          </a:prstGeom>
          <a:solidFill>
            <a:srgbClr val="2B2B2E"/>
          </a:solidFill>
          <a:ln w="19050">
            <a:solidFill>
              <a:srgbClr val="17462F"/>
            </a:solidFill>
            <a:prstDash val="solid"/>
          </a:ln>
        </p:spPr>
      </p:sp>
      <p:sp>
        <p:nvSpPr>
          <p:cNvPr id="9" name="Text 5"/>
          <p:cNvSpPr txBox="1"/>
          <p:nvPr/>
        </p:nvSpPr>
        <p:spPr>
          <a:xfrm>
            <a:off x="5852160" y="3108960"/>
            <a:ext cx="2743200" cy="777240"/>
          </a:xfrm>
          <a:prstGeom prst="rect">
            <a:avLst/>
          </a:prstGeom>
          <a:noFill/>
          <a:ln/>
        </p:spPr>
        <p:txBody>
          <a:bodyPr wrap="square" lIns="762" tIns="762" rIns="762" bIns="762" rtlCol="0" anchor="ctr"/>
          <a:lstStyle/>
          <a:p>
            <a:pPr indent="0" marL="0">
              <a:buNone/>
            </a:pPr>
            <a:r>
              <a:rPr lang="en-US" sz="1400" b="1" dirty="0">
                <a:solidFill>
                  <a:srgbClr val="EDE3DF"/>
                </a:solidFill>
                <a:latin typeface="Calibri" pitchFamily="34" charset="0"/>
                <a:ea typeface="Calibri" pitchFamily="34" charset="-122"/>
                <a:cs typeface="Calibri" pitchFamily="34" charset="-120"/>
              </a:rPr>
              <a:t>Similarity on this map is only part of the story.</a:t>
            </a:r>
            <a:endParaRPr lang="en-US" sz="1400" dirty="0"/>
          </a:p>
        </p:txBody>
      </p:sp>
      <p:sp>
        <p:nvSpPr>
          <p:cNvPr id="10" name="Text 6"/>
          <p:cNvSpPr txBox="1"/>
          <p:nvPr/>
        </p:nvSpPr>
        <p:spPr>
          <a:xfrm>
            <a:off x="5760720" y="4023360"/>
            <a:ext cx="2926080" cy="548640"/>
          </a:xfrm>
          <a:prstGeom prst="rect">
            <a:avLst/>
          </a:prstGeom>
          <a:noFill/>
          <a:ln/>
        </p:spPr>
        <p:txBody>
          <a:bodyPr wrap="square" lIns="762" tIns="762" rIns="762" bIns="762" rtlCol="0" anchor="t"/>
          <a:lstStyle/>
          <a:p>
            <a:pPr indent="0" marL="0">
              <a:buNone/>
            </a:pPr>
            <a:r>
              <a:rPr lang="en-US" sz="1200" dirty="0">
                <a:solidFill>
                  <a:srgbClr val="B8B0AC"/>
                </a:solidFill>
                <a:latin typeface="Calibri" pitchFamily="34" charset="0"/>
                <a:ea typeface="Calibri" pitchFamily="34" charset="-122"/>
                <a:cs typeface="Calibri" pitchFamily="34" charset="-120"/>
              </a:rPr>
              <a:t>Colors = K-Means clusters from Slide 10.</a:t>
            </a:r>
            <a:endParaRPr lang="en-US" sz="1200" dirty="0"/>
          </a:p>
        </p:txBody>
      </p:sp>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2"/>
          <p:cNvSpPr/>
          <p:nvPr>
            <p:ph idx="112" type="title" hasCustomPrompt="1"/>
          </p:nvPr>
        </p:nvSpPr>
        <p:spPr>
          <a:xfrm>
            <a:off x="457200" y="274320"/>
            <a:ext cx="7772400" cy="731520"/>
          </a:xfrm>
          <a:prstGeom prst="rect">
            <a:avLst/>
          </a:prstGeom>
          <a:noFill/>
          <a:ln/>
        </p:spPr>
        <p:txBody>
          <a:bodyPr wrap="square" lIns="0" tIns="0" rIns="0" bIns="0" rtlCol="0" anchor="ctr"/>
          <a:lstStyle/>
          <a:p>
            <a:pPr algn="l" indent="0" marL="0">
              <a:buNone/>
            </a:pPr>
            <a:r>
              <a:rPr lang="en-US" sz="2400" i="1" dirty="0">
                <a:solidFill>
                  <a:srgbClr val="EDE3DF"/>
                </a:solidFill>
                <a:latin typeface="Arial Black" pitchFamily="34" charset="0"/>
                <a:ea typeface="Arial Black" pitchFamily="34" charset="-122"/>
                <a:cs typeface="Arial Black" pitchFamily="34" charset="-120"/>
              </a:rPr>
              <a:t>Same ML methods, different sports</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920240"/>
                <a:gridCol w="2103120"/>
                <a:gridCol w="2103120"/>
                <a:gridCol w="2103120"/>
              </a:tblGrid>
              <a:tr h="365760">
                <a:tc>
                  <a:txBody>
                    <a:bodyPr/>
                    <a:lstStyle/>
                    <a:p>
                      <a:pPr indent="0" marL="0">
                        <a:buNone/>
                      </a:pPr>
                      <a:r>
                        <a:rPr lang="en-US" sz="1400" dirty="0">
                          <a:solidFill>
                            <a:srgbClr val="0E0D10"/>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0E0D10"/>
                    </a:solidFill>
                  </a:tcPr>
                </a:tc>
                <a:tc>
                  <a:txBody>
                    <a:bodyPr/>
                    <a:lstStyle/>
                    <a:p>
                      <a:pPr algn="ctr" indent="0" marL="0">
                        <a:buNone/>
                      </a:pPr>
                      <a:r>
                        <a:rPr lang="en-US" sz="1400" b="1" dirty="0">
                          <a:solidFill>
                            <a:srgbClr val="0E0D10"/>
                          </a:solidFill>
                          <a:latin typeface="Calibri" pitchFamily="34" charset="0"/>
                          <a:ea typeface="Calibri" pitchFamily="34" charset="-122"/>
                          <a:cs typeface="Calibri" pitchFamily="34" charset="-120"/>
                        </a:rPr>
                        <a:t>Soccer</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E87500"/>
                    </a:solidFill>
                  </a:tcPr>
                </a:tc>
                <a:tc>
                  <a:txBody>
                    <a:bodyPr/>
                    <a:lstStyle/>
                    <a:p>
                      <a:pPr algn="ctr" indent="0" marL="0">
                        <a:buNone/>
                      </a:pPr>
                      <a:r>
                        <a:rPr lang="en-US" sz="1400" b="1" dirty="0">
                          <a:solidFill>
                            <a:srgbClr val="0E0D10"/>
                          </a:solidFill>
                          <a:latin typeface="Calibri" pitchFamily="34" charset="0"/>
                          <a:ea typeface="Calibri" pitchFamily="34" charset="-122"/>
                          <a:cs typeface="Calibri" pitchFamily="34" charset="-120"/>
                        </a:rPr>
                        <a:t>Basketball</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E87500"/>
                    </a:solidFill>
                  </a:tcPr>
                </a:tc>
                <a:tc>
                  <a:txBody>
                    <a:bodyPr/>
                    <a:lstStyle/>
                    <a:p>
                      <a:pPr algn="ctr" indent="0" marL="0">
                        <a:buNone/>
                      </a:pPr>
                      <a:r>
                        <a:rPr lang="en-US" sz="1400" b="1" dirty="0">
                          <a:solidFill>
                            <a:srgbClr val="0E0D10"/>
                          </a:solidFill>
                          <a:latin typeface="Calibri" pitchFamily="34" charset="0"/>
                          <a:ea typeface="Calibri" pitchFamily="34" charset="-122"/>
                          <a:cs typeface="Calibri" pitchFamily="34" charset="-120"/>
                        </a:rPr>
                        <a:t>Football</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E87500"/>
                    </a:solidFill>
                  </a:tcPr>
                </a:tc>
              </a:tr>
              <a:tr h="685800">
                <a:tc>
                  <a:txBody>
                    <a:bodyPr/>
                    <a:lstStyle/>
                    <a:p>
                      <a:pPr indent="0" marL="0">
                        <a:buNone/>
                      </a:pPr>
                      <a:r>
                        <a:rPr lang="en-US" sz="1300" b="1" dirty="0">
                          <a:solidFill>
                            <a:srgbClr val="6FD8B0"/>
                          </a:solidFill>
                          <a:latin typeface="Calibri" pitchFamily="34" charset="0"/>
                          <a:ea typeface="Calibri" pitchFamily="34" charset="-122"/>
                          <a:cs typeface="Calibri" pitchFamily="34" charset="-120"/>
                        </a:rPr>
                        <a:t>Linear Regression</a:t>
                      </a:r>
                      <a:endParaRPr lang="en-US" sz="1300" dirty="0">
                        <a:latin typeface="Calibri" charset="0"/>
                        <a:ea typeface="Calibri" charset="0"/>
                        <a:cs typeface="Calibri" charset="0"/>
                      </a:endParaRPr>
                    </a:p>
                    <a:p>
                      <a:pPr indent="0" marL="0">
                        <a:buNone/>
                      </a:pPr>
                      <a:r>
                        <a:rPr lang="en-US" sz="1100" dirty="0">
                          <a:solidFill>
                            <a:srgbClr val="B8B0AC"/>
                          </a:solidFill>
                          <a:latin typeface="Calibri" pitchFamily="34" charset="0"/>
                          <a:ea typeface="Calibri" pitchFamily="34" charset="-122"/>
                          <a:cs typeface="Calibri" pitchFamily="34" charset="-120"/>
                        </a:rPr>
                        <a:t>Predict a number</a:t>
                      </a:r>
                      <a:endParaRPr lang="en-US" sz="13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200" dirty="0">
                          <a:solidFill>
                            <a:srgbClr val="EDE3DF"/>
                          </a:solidFill>
                          <a:latin typeface="Calibri" pitchFamily="34" charset="0"/>
                          <a:ea typeface="Calibri" pitchFamily="34" charset="-122"/>
                          <a:cs typeface="Calibri" pitchFamily="34" charset="-120"/>
                        </a:rPr>
                        <a:t>Shots a team will take</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200" dirty="0">
                          <a:solidFill>
                            <a:srgbClr val="EDE3DF"/>
                          </a:solidFill>
                          <a:latin typeface="Calibri" pitchFamily="34" charset="0"/>
                          <a:ea typeface="Calibri" pitchFamily="34" charset="-122"/>
                          <a:cs typeface="Calibri" pitchFamily="34" charset="-120"/>
                        </a:rPr>
                        <a:t>Points a player will score</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200" b="1" dirty="0">
                          <a:solidFill>
                            <a:srgbClr val="6FD8B0"/>
                          </a:solidFill>
                          <a:latin typeface="Calibri" pitchFamily="34" charset="0"/>
                          <a:ea typeface="Calibri" pitchFamily="34" charset="-122"/>
                          <a:cs typeface="Calibri" pitchFamily="34" charset="-120"/>
                        </a:rPr>
                        <a:t>Home-team points</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1E6B4F"/>
                    </a:solidFill>
                  </a:tcPr>
                </a:tc>
              </a:tr>
              <a:tr h="685800">
                <a:tc>
                  <a:txBody>
                    <a:bodyPr/>
                    <a:lstStyle/>
                    <a:p>
                      <a:pPr indent="0" marL="0">
                        <a:buNone/>
                      </a:pPr>
                      <a:r>
                        <a:rPr lang="en-US" sz="1300" b="1" dirty="0">
                          <a:solidFill>
                            <a:srgbClr val="6FD8B0"/>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p>
                      <a:pPr indent="0" marL="0">
                        <a:buNone/>
                      </a:pPr>
                      <a:r>
                        <a:rPr lang="en-US" sz="1100" dirty="0">
                          <a:solidFill>
                            <a:srgbClr val="B8B0AC"/>
                          </a:solidFill>
                          <a:latin typeface="Calibri" pitchFamily="34" charset="0"/>
                          <a:ea typeface="Calibri" pitchFamily="34" charset="-122"/>
                          <a:cs typeface="Calibri" pitchFamily="34" charset="-120"/>
                        </a:rPr>
                        <a:t>Predict a category</a:t>
                      </a:r>
                      <a:endParaRPr lang="en-US" sz="13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200" b="1" dirty="0">
                          <a:solidFill>
                            <a:srgbClr val="6FD8B0"/>
                          </a:solidFill>
                          <a:latin typeface="Calibri" pitchFamily="34" charset="0"/>
                          <a:ea typeface="Calibri" pitchFamily="34" charset="-122"/>
                          <a:cs typeface="Calibri" pitchFamily="34" charset="-120"/>
                        </a:rPr>
                        <a:t>Will this shot score?</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1E6B4F"/>
                    </a:solidFill>
                  </a:tcPr>
                </a:tc>
                <a:tc>
                  <a:txBody>
                    <a:bodyPr/>
                    <a:lstStyle/>
                    <a:p>
                      <a:pPr indent="0" marL="0">
                        <a:buNone/>
                      </a:pPr>
                      <a:r>
                        <a:rPr lang="en-US" sz="1200" dirty="0">
                          <a:solidFill>
                            <a:srgbClr val="EDE3DF"/>
                          </a:solidFill>
                          <a:latin typeface="Calibri" pitchFamily="34" charset="0"/>
                          <a:ea typeface="Calibri" pitchFamily="34" charset="-122"/>
                          <a:cs typeface="Calibri" pitchFamily="34" charset="-120"/>
                        </a:rPr>
                        <a:t>Will this free throw go in?</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200" dirty="0">
                          <a:solidFill>
                            <a:srgbClr val="EDE3DF"/>
                          </a:solidFill>
                          <a:latin typeface="Calibri" pitchFamily="34" charset="0"/>
                          <a:ea typeface="Calibri" pitchFamily="34" charset="-122"/>
                          <a:cs typeface="Calibri" pitchFamily="34" charset="-120"/>
                        </a:rPr>
                        <a:t>Will this pass be completed?</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r h="685800">
                <a:tc>
                  <a:txBody>
                    <a:bodyPr/>
                    <a:lstStyle/>
                    <a:p>
                      <a:pPr indent="0" marL="0">
                        <a:buNone/>
                      </a:pPr>
                      <a:r>
                        <a:rPr lang="en-US" sz="1300" b="1" dirty="0">
                          <a:solidFill>
                            <a:srgbClr val="6FD8B0"/>
                          </a:solidFill>
                          <a:latin typeface="Calibri" pitchFamily="34" charset="0"/>
                          <a:ea typeface="Calibri" pitchFamily="34" charset="-122"/>
                          <a:cs typeface="Calibri" pitchFamily="34" charset="-120"/>
                        </a:rPr>
                        <a:t>K-Means</a:t>
                      </a:r>
                      <a:endParaRPr lang="en-US" sz="1300" dirty="0">
                        <a:latin typeface="Calibri" charset="0"/>
                        <a:ea typeface="Calibri" charset="0"/>
                        <a:cs typeface="Calibri" charset="0"/>
                      </a:endParaRPr>
                    </a:p>
                    <a:p>
                      <a:pPr indent="0" marL="0">
                        <a:buNone/>
                      </a:pPr>
                      <a:r>
                        <a:rPr lang="en-US" sz="1100" dirty="0">
                          <a:solidFill>
                            <a:srgbClr val="B8B0AC"/>
                          </a:solidFill>
                          <a:latin typeface="Calibri" pitchFamily="34" charset="0"/>
                          <a:ea typeface="Calibri" pitchFamily="34" charset="-122"/>
                          <a:cs typeface="Calibri" pitchFamily="34" charset="-120"/>
                        </a:rPr>
                        <a:t>Discover groups</a:t>
                      </a:r>
                      <a:endParaRPr lang="en-US" sz="13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200" dirty="0">
                          <a:solidFill>
                            <a:srgbClr val="EDE3DF"/>
                          </a:solidFill>
                          <a:latin typeface="Calibri" pitchFamily="34" charset="0"/>
                          <a:ea typeface="Calibri" pitchFamily="34" charset="-122"/>
                          <a:cs typeface="Calibri" pitchFamily="34" charset="-120"/>
                        </a:rPr>
                        <a:t>Midfielder profiles</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200" b="1" dirty="0">
                          <a:solidFill>
                            <a:srgbClr val="6FD8B0"/>
                          </a:solidFill>
                          <a:latin typeface="Calibri" pitchFamily="34" charset="0"/>
                          <a:ea typeface="Calibri" pitchFamily="34" charset="-122"/>
                          <a:cs typeface="Calibri" pitchFamily="34" charset="-120"/>
                        </a:rPr>
                        <a:t>Player profiles</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1E6B4F"/>
                    </a:solidFill>
                  </a:tcPr>
                </a:tc>
                <a:tc>
                  <a:txBody>
                    <a:bodyPr/>
                    <a:lstStyle/>
                    <a:p>
                      <a:pPr indent="0" marL="0">
                        <a:buNone/>
                      </a:pPr>
                      <a:r>
                        <a:rPr lang="en-US" sz="1200" dirty="0">
                          <a:solidFill>
                            <a:srgbClr val="EDE3DF"/>
                          </a:solidFill>
                          <a:latin typeface="Calibri" pitchFamily="34" charset="0"/>
                          <a:ea typeface="Calibri" pitchFamily="34" charset="-122"/>
                          <a:cs typeface="Calibri" pitchFamily="34" charset="-120"/>
                        </a:rPr>
                        <a:t>Offense styles</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r h="685800">
                <a:tc>
                  <a:txBody>
                    <a:bodyPr/>
                    <a:lstStyle/>
                    <a:p>
                      <a:pPr indent="0" marL="0">
                        <a:buNone/>
                      </a:pPr>
                      <a:r>
                        <a:rPr lang="en-US" sz="1300" b="1" dirty="0">
                          <a:solidFill>
                            <a:srgbClr val="6FD8B0"/>
                          </a:solidFill>
                          <a:latin typeface="Calibri" pitchFamily="34" charset="0"/>
                          <a:ea typeface="Calibri" pitchFamily="34" charset="-122"/>
                          <a:cs typeface="Calibri" pitchFamily="34" charset="-120"/>
                        </a:rPr>
                        <a:t>PCA</a:t>
                      </a:r>
                      <a:endParaRPr lang="en-US" sz="1300" dirty="0">
                        <a:latin typeface="Calibri" charset="0"/>
                        <a:ea typeface="Calibri" charset="0"/>
                        <a:cs typeface="Calibri" charset="0"/>
                      </a:endParaRPr>
                    </a:p>
                    <a:p>
                      <a:pPr indent="0" marL="0">
                        <a:buNone/>
                      </a:pPr>
                      <a:r>
                        <a:rPr lang="en-US" sz="1100" dirty="0">
                          <a:solidFill>
                            <a:srgbClr val="B8B0AC"/>
                          </a:solidFill>
                          <a:latin typeface="Calibri" pitchFamily="34" charset="0"/>
                          <a:ea typeface="Calibri" pitchFamily="34" charset="-122"/>
                          <a:cs typeface="Calibri" pitchFamily="34" charset="-120"/>
                        </a:rPr>
                        <a:t>Simplify variables</a:t>
                      </a:r>
                      <a:endParaRPr lang="en-US" sz="13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200" dirty="0">
                          <a:solidFill>
                            <a:srgbClr val="EDE3DF"/>
                          </a:solidFill>
                          <a:latin typeface="Calibri" pitchFamily="34" charset="0"/>
                          <a:ea typeface="Calibri" pitchFamily="34" charset="-122"/>
                          <a:cs typeface="Calibri" pitchFamily="34" charset="-120"/>
                        </a:rPr>
                        <a:t>Map of passing and defending rates</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200" b="1" dirty="0">
                          <a:solidFill>
                            <a:srgbClr val="6FD8B0"/>
                          </a:solidFill>
                          <a:latin typeface="Calibri" pitchFamily="34" charset="0"/>
                          <a:ea typeface="Calibri" pitchFamily="34" charset="-122"/>
                          <a:cs typeface="Calibri" pitchFamily="34" charset="-120"/>
                        </a:rPr>
                        <a:t>Player map (optional)</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1E6B4F"/>
                    </a:solidFill>
                  </a:tcPr>
                </a:tc>
                <a:tc>
                  <a:txBody>
                    <a:bodyPr/>
                    <a:lstStyle/>
                    <a:p>
                      <a:pPr indent="0" marL="0">
                        <a:buNone/>
                      </a:pPr>
                      <a:r>
                        <a:rPr lang="en-US" sz="1200" dirty="0">
                          <a:solidFill>
                            <a:srgbClr val="EDE3DF"/>
                          </a:solidFill>
                          <a:latin typeface="Calibri" pitchFamily="34" charset="0"/>
                          <a:ea typeface="Calibri" pitchFamily="34" charset="-122"/>
                          <a:cs typeface="Calibri" pitchFamily="34" charset="-120"/>
                        </a:rPr>
                        <a:t>Team map of pace and run/pass mix</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bl>
          </a:graphicData>
        </a:graphic>
      </p:graphicFrame>
      <p:sp>
        <p:nvSpPr>
          <p:cNvPr id="5" name="Text 1"/>
          <p:cNvSpPr txBox="1"/>
          <p:nvPr/>
        </p:nvSpPr>
        <p:spPr>
          <a:xfrm>
            <a:off x="457200" y="4389120"/>
            <a:ext cx="8229600" cy="274320"/>
          </a:xfrm>
          <a:prstGeom prst="rect">
            <a:avLst/>
          </a:prstGeom>
          <a:noFill/>
          <a:ln/>
        </p:spPr>
        <p:txBody>
          <a:bodyPr wrap="square" lIns="762" tIns="762" rIns="762" bIns="762" rtlCol="0" anchor="t"/>
          <a:lstStyle/>
          <a:p>
            <a:pPr indent="0" marL="0">
              <a:buNone/>
            </a:pPr>
            <a:r>
              <a:rPr lang="en-US" sz="1200" dirty="0">
                <a:solidFill>
                  <a:srgbClr val="B8B0AC"/>
                </a:solidFill>
                <a:latin typeface="Calibri" pitchFamily="34" charset="0"/>
                <a:ea typeface="Calibri" pitchFamily="34" charset="-122"/>
                <a:cs typeface="Calibri" pitchFamily="34" charset="-120"/>
              </a:rPr>
              <a:t>Highlighted cells: what we run today. Other cells are proposed uses; no results are claimed.</a:t>
            </a:r>
            <a:endParaRPr lang="en-US" sz="1200" dirty="0"/>
          </a:p>
        </p:txBody>
      </p:sp>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2"/>
          <p:cNvSpPr/>
          <p:nvPr>
            <p:ph idx="112" type="title" hasCustomPrompt="1"/>
          </p:nvPr>
        </p:nvSpPr>
        <p:spPr>
          <a:xfrm>
            <a:off x="457200" y="274320"/>
            <a:ext cx="7772400" cy="731520"/>
          </a:xfrm>
          <a:prstGeom prst="rect">
            <a:avLst/>
          </a:prstGeom>
          <a:noFill/>
          <a:ln/>
        </p:spPr>
        <p:txBody>
          <a:bodyPr wrap="square" lIns="0" tIns="0" rIns="0" bIns="0" rtlCol="0" anchor="ctr"/>
          <a:lstStyle/>
          <a:p>
            <a:pPr algn="l" indent="0" marL="0">
              <a:buNone/>
            </a:pPr>
            <a:r>
              <a:rPr lang="en-US" sz="2400" i="1" dirty="0">
                <a:solidFill>
                  <a:srgbClr val="EDE3DF"/>
                </a:solidFill>
                <a:latin typeface="Arial Black" pitchFamily="34" charset="0"/>
                <a:ea typeface="Arial Black" pitchFamily="34" charset="-122"/>
                <a:cs typeface="Arial Black" pitchFamily="34" charset="-120"/>
              </a:rPr>
              <a:t>Prediction and interpretation</a:t>
            </a:r>
            <a:endParaRPr lang="en-US" sz="2400" dirty="0"/>
          </a:p>
        </p:txBody>
      </p:sp>
      <p:sp>
        <p:nvSpPr>
          <p:cNvPr id="4" name="Shape 1"/>
          <p:cNvSpPr/>
          <p:nvPr/>
        </p:nvSpPr>
        <p:spPr>
          <a:xfrm>
            <a:off x="457200" y="1143000"/>
            <a:ext cx="4023360" cy="868680"/>
          </a:xfrm>
          <a:prstGeom prst="roundRect">
            <a:avLst>
              <a:gd name="adj" fmla="val 12632"/>
            </a:avLst>
          </a:prstGeom>
          <a:solidFill>
            <a:srgbClr val="2B2B2E"/>
          </a:solidFill>
          <a:ln w="19050">
            <a:solidFill>
              <a:srgbClr val="17462F"/>
            </a:solidFill>
            <a:prstDash val="solid"/>
          </a:ln>
        </p:spPr>
      </p:sp>
      <p:sp>
        <p:nvSpPr>
          <p:cNvPr id="5" name="Text 2"/>
          <p:cNvSpPr txBox="1"/>
          <p:nvPr/>
        </p:nvSpPr>
        <p:spPr>
          <a:xfrm>
            <a:off x="548640" y="1143000"/>
            <a:ext cx="3840480" cy="868680"/>
          </a:xfrm>
          <a:prstGeom prst="rect">
            <a:avLst/>
          </a:prstGeom>
          <a:noFill/>
          <a:ln/>
        </p:spPr>
        <p:txBody>
          <a:bodyPr wrap="square" lIns="762" tIns="762" rIns="762" bIns="762" rtlCol="0" anchor="ctr"/>
          <a:lstStyle/>
          <a:p>
            <a:pPr indent="0" marL="0">
              <a:buNone/>
            </a:pPr>
            <a:r>
              <a:rPr lang="en-US" sz="1700" b="1" dirty="0">
                <a:solidFill>
                  <a:srgbClr val="E87500"/>
                </a:solidFill>
                <a:latin typeface="Calibri" pitchFamily="34" charset="0"/>
                <a:ea typeface="Calibri" pitchFamily="34" charset="-122"/>
                <a:cs typeface="Calibri" pitchFamily="34" charset="-120"/>
              </a:rPr>
              <a:t>Prediction</a:t>
            </a:r>
            <a:endParaRPr lang="en-US" sz="1400" dirty="0"/>
          </a:p>
          <a:p>
            <a:pPr indent="0" marL="0">
              <a:buNone/>
            </a:pPr>
            <a:r>
              <a:rPr lang="en-US" sz="1400" dirty="0">
                <a:solidFill>
                  <a:srgbClr val="EDE3DF"/>
                </a:solidFill>
                <a:latin typeface="Calibri" pitchFamily="34" charset="0"/>
                <a:ea typeface="Calibri" pitchFamily="34" charset="-122"/>
                <a:cs typeface="Calibri" pitchFamily="34" charset="-120"/>
              </a:rPr>
              <a:t>How well does it work on unseen examples?</a:t>
            </a:r>
            <a:endParaRPr lang="en-US" sz="1400" dirty="0"/>
          </a:p>
        </p:txBody>
      </p:sp>
      <p:sp>
        <p:nvSpPr>
          <p:cNvPr id="6" name="Shape 3"/>
          <p:cNvSpPr/>
          <p:nvPr/>
        </p:nvSpPr>
        <p:spPr>
          <a:xfrm>
            <a:off x="4663440" y="1143000"/>
            <a:ext cx="4023360" cy="868680"/>
          </a:xfrm>
          <a:prstGeom prst="roundRect">
            <a:avLst>
              <a:gd name="adj" fmla="val 12632"/>
            </a:avLst>
          </a:prstGeom>
          <a:solidFill>
            <a:srgbClr val="2B2B2E"/>
          </a:solidFill>
          <a:ln w="19050">
            <a:solidFill>
              <a:srgbClr val="17462F"/>
            </a:solidFill>
            <a:prstDash val="solid"/>
          </a:ln>
        </p:spPr>
      </p:sp>
      <p:sp>
        <p:nvSpPr>
          <p:cNvPr id="7" name="Text 4"/>
          <p:cNvSpPr txBox="1"/>
          <p:nvPr/>
        </p:nvSpPr>
        <p:spPr>
          <a:xfrm>
            <a:off x="4754880" y="1143000"/>
            <a:ext cx="3840480" cy="868680"/>
          </a:xfrm>
          <a:prstGeom prst="rect">
            <a:avLst/>
          </a:prstGeom>
          <a:noFill/>
          <a:ln/>
        </p:spPr>
        <p:txBody>
          <a:bodyPr wrap="square" lIns="762" tIns="762" rIns="762" bIns="762" rtlCol="0" anchor="ctr"/>
          <a:lstStyle/>
          <a:p>
            <a:pPr indent="0" marL="0">
              <a:buNone/>
            </a:pPr>
            <a:r>
              <a:rPr lang="en-US" sz="1700" b="1" dirty="0">
                <a:solidFill>
                  <a:srgbClr val="E87500"/>
                </a:solidFill>
                <a:latin typeface="Calibri" pitchFamily="34" charset="0"/>
                <a:ea typeface="Calibri" pitchFamily="34" charset="-122"/>
                <a:cs typeface="Calibri" pitchFamily="34" charset="-120"/>
              </a:rPr>
              <a:t>Interpretation</a:t>
            </a:r>
            <a:endParaRPr lang="en-US" sz="1400" dirty="0"/>
          </a:p>
          <a:p>
            <a:pPr indent="0" marL="0">
              <a:buNone/>
            </a:pPr>
            <a:r>
              <a:rPr lang="en-US" sz="1400" dirty="0">
                <a:solidFill>
                  <a:srgbClr val="EDE3DF"/>
                </a:solidFill>
                <a:latin typeface="Calibri" pitchFamily="34" charset="0"/>
                <a:ea typeface="Calibri" pitchFamily="34" charset="-122"/>
                <a:cs typeface="Calibri" pitchFamily="34" charset="-120"/>
              </a:rPr>
              <a:t>What patterns does this model capture?</a:t>
            </a:r>
            <a:endParaRPr lang="en-US" sz="1400" dirty="0"/>
          </a:p>
        </p:txBody>
      </p:sp>
      <p:sp>
        <p:nvSpPr>
          <p:cNvPr id="8" name="Shape 5"/>
          <p:cNvSpPr/>
          <p:nvPr/>
        </p:nvSpPr>
        <p:spPr>
          <a:xfrm>
            <a:off x="457200" y="2240280"/>
            <a:ext cx="4023360" cy="1600200"/>
          </a:xfrm>
          <a:prstGeom prst="roundRect">
            <a:avLst>
              <a:gd name="adj" fmla="val 6857"/>
            </a:avLst>
          </a:prstGeom>
          <a:solidFill>
            <a:srgbClr val="2B2B2E"/>
          </a:solidFill>
          <a:ln w="19050">
            <a:solidFill>
              <a:srgbClr val="E5484D"/>
            </a:solidFill>
            <a:prstDash val="solid"/>
          </a:ln>
        </p:spPr>
      </p:sp>
      <p:sp>
        <p:nvSpPr>
          <p:cNvPr id="9" name="Text 6"/>
          <p:cNvSpPr txBox="1"/>
          <p:nvPr/>
        </p:nvSpPr>
        <p:spPr>
          <a:xfrm>
            <a:off x="594360" y="2286000"/>
            <a:ext cx="3749040" cy="1508760"/>
          </a:xfrm>
          <a:prstGeom prst="rect">
            <a:avLst/>
          </a:prstGeom>
          <a:noFill/>
          <a:ln/>
        </p:spPr>
        <p:txBody>
          <a:bodyPr wrap="square" lIns="762" tIns="762" rIns="762" bIns="762" rtlCol="0" anchor="t"/>
          <a:lstStyle/>
          <a:p>
            <a:pPr indent="0" marL="0">
              <a:spcAft>
                <a:spcPts val="800"/>
              </a:spcAft>
              <a:buNone/>
            </a:pPr>
            <a:r>
              <a:rPr lang="en-US" sz="1500" b="1" dirty="0">
                <a:solidFill>
                  <a:srgbClr val="E5484D"/>
                </a:solidFill>
                <a:latin typeface="Calibri" pitchFamily="34" charset="0"/>
                <a:ea typeface="Calibri" pitchFamily="34" charset="-122"/>
                <a:cs typeface="Calibri" pitchFamily="34" charset="-120"/>
              </a:rPr>
              <a:t>✗  Causal claim (too strong)</a:t>
            </a:r>
            <a:endParaRPr lang="en-US" sz="1400" dirty="0"/>
          </a:p>
          <a:p>
            <a:pPr indent="0" marL="0">
              <a:spcAft>
                <a:spcPts val="800"/>
              </a:spcAft>
              <a:buNone/>
            </a:pPr>
            <a:r>
              <a:rPr lang="en-US" sz="1400" dirty="0">
                <a:solidFill>
                  <a:srgbClr val="EDE3DF"/>
                </a:solidFill>
                <a:latin typeface="Calibri" pitchFamily="34" charset="0"/>
                <a:ea typeface="Calibri" pitchFamily="34" charset="-122"/>
                <a:cs typeface="Calibri" pitchFamily="34" charset="-120"/>
              </a:rPr>
              <a:t>Scoring more in recent games causes a team to score more in its next game.</a:t>
            </a:r>
            <a:endParaRPr lang="en-US" sz="1400" dirty="0"/>
          </a:p>
        </p:txBody>
      </p:sp>
      <p:sp>
        <p:nvSpPr>
          <p:cNvPr id="10" name="Shape 7"/>
          <p:cNvSpPr/>
          <p:nvPr/>
        </p:nvSpPr>
        <p:spPr>
          <a:xfrm>
            <a:off x="4663440" y="2240280"/>
            <a:ext cx="4023360" cy="1600200"/>
          </a:xfrm>
          <a:prstGeom prst="roundRect">
            <a:avLst>
              <a:gd name="adj" fmla="val 6857"/>
            </a:avLst>
          </a:prstGeom>
          <a:solidFill>
            <a:srgbClr val="2B2B2E"/>
          </a:solidFill>
          <a:ln w="19050">
            <a:solidFill>
              <a:srgbClr val="6FD8B0"/>
            </a:solidFill>
            <a:prstDash val="solid"/>
          </a:ln>
        </p:spPr>
      </p:sp>
      <p:sp>
        <p:nvSpPr>
          <p:cNvPr id="11" name="Text 8"/>
          <p:cNvSpPr txBox="1"/>
          <p:nvPr/>
        </p:nvSpPr>
        <p:spPr>
          <a:xfrm>
            <a:off x="4800600" y="2286000"/>
            <a:ext cx="3749040" cy="1508760"/>
          </a:xfrm>
          <a:prstGeom prst="rect">
            <a:avLst/>
          </a:prstGeom>
          <a:noFill/>
          <a:ln/>
        </p:spPr>
        <p:txBody>
          <a:bodyPr wrap="square" lIns="762" tIns="762" rIns="762" bIns="762" rtlCol="0" anchor="t"/>
          <a:lstStyle/>
          <a:p>
            <a:pPr indent="0" marL="0">
              <a:spcAft>
                <a:spcPts val="800"/>
              </a:spcAft>
              <a:buNone/>
            </a:pPr>
            <a:r>
              <a:rPr lang="en-US" sz="1500" b="1" dirty="0">
                <a:solidFill>
                  <a:srgbClr val="6FD8B0"/>
                </a:solidFill>
                <a:latin typeface="Calibri" pitchFamily="34" charset="0"/>
                <a:ea typeface="Calibri" pitchFamily="34" charset="-122"/>
                <a:cs typeface="Calibri" pitchFamily="34" charset="-120"/>
              </a:rPr>
              <a:t>✓  Association claim (supported)</a:t>
            </a:r>
            <a:endParaRPr lang="en-US" sz="1400" dirty="0"/>
          </a:p>
          <a:p>
            <a:pPr indent="0" marL="0">
              <a:spcAft>
                <a:spcPts val="800"/>
              </a:spcAft>
              <a:buNone/>
            </a:pPr>
            <a:r>
              <a:rPr lang="en-US" sz="1400" dirty="0">
                <a:solidFill>
                  <a:srgbClr val="EDE3DF"/>
                </a:solidFill>
                <a:latin typeface="Calibri" pitchFamily="34" charset="0"/>
                <a:ea typeface="Calibri" pitchFamily="34" charset="-122"/>
                <a:cs typeface="Calibri" pitchFamily="34" charset="-120"/>
              </a:rPr>
              <a:t>In the fitted 2017–2022 model, a 1-point increase in the prior 4-game home scoring average corresponded to about 0.43 more predicted home points. This does not show cause.</a:t>
            </a:r>
            <a:endParaRPr lang="en-US" sz="1400" dirty="0"/>
          </a:p>
        </p:txBody>
      </p:sp>
      <p:sp>
        <p:nvSpPr>
          <p:cNvPr id="12" name="Text 9"/>
          <p:cNvSpPr txBox="1"/>
          <p:nvPr/>
        </p:nvSpPr>
        <p:spPr>
          <a:xfrm>
            <a:off x="457200" y="4023360"/>
            <a:ext cx="8229600" cy="365760"/>
          </a:xfrm>
          <a:prstGeom prst="rect">
            <a:avLst/>
          </a:prstGeom>
          <a:noFill/>
          <a:ln/>
        </p:spPr>
        <p:txBody>
          <a:bodyPr wrap="square" lIns="762" tIns="762" rIns="762" bIns="762" rtlCol="0" anchor="t"/>
          <a:lstStyle/>
          <a:p>
            <a:pPr algn="ctr" indent="0" marL="0">
              <a:buNone/>
            </a:pPr>
            <a:r>
              <a:rPr lang="en-US" sz="1600" b="1" dirty="0">
                <a:solidFill>
                  <a:srgbClr val="E87500"/>
                </a:solidFill>
                <a:latin typeface="Calibri" pitchFamily="34" charset="0"/>
                <a:ea typeface="Calibri" pitchFamily="34" charset="-122"/>
                <a:cs typeface="Calibri" pitchFamily="34" charset="-120"/>
              </a:rPr>
              <a:t>A fitted association does not establish cause.</a:t>
            </a:r>
            <a:endParaRPr lang="en-US" sz="1600" dirty="0"/>
          </a:p>
        </p:txBody>
      </p:sp>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2"/>
          <p:cNvSpPr/>
          <p:nvPr>
            <p:ph idx="112" type="title" hasCustomPrompt="1"/>
          </p:nvPr>
        </p:nvSpPr>
        <p:spPr>
          <a:xfrm>
            <a:off x="457200" y="274320"/>
            <a:ext cx="7772400" cy="731520"/>
          </a:xfrm>
          <a:prstGeom prst="rect">
            <a:avLst/>
          </a:prstGeom>
          <a:noFill/>
          <a:ln/>
        </p:spPr>
        <p:txBody>
          <a:bodyPr wrap="square" lIns="0" tIns="0" rIns="0" bIns="0" rtlCol="0" anchor="ctr"/>
          <a:lstStyle/>
          <a:p>
            <a:pPr algn="l" indent="0" marL="0">
              <a:buNone/>
            </a:pPr>
            <a:r>
              <a:rPr lang="en-US" sz="2400" i="1" dirty="0">
                <a:solidFill>
                  <a:srgbClr val="EDE3DF"/>
                </a:solidFill>
                <a:latin typeface="Arial Black" pitchFamily="34" charset="0"/>
                <a:ea typeface="Arial Black" pitchFamily="34" charset="-122"/>
                <a:cs typeface="Arial Black" pitchFamily="34" charset="-120"/>
              </a:rPr>
              <a:t>Colab: pick your sport notebook</a:t>
            </a:r>
            <a:endParaRPr lang="en-US" sz="2400" dirty="0"/>
          </a:p>
        </p:txBody>
      </p:sp>
      <p:sp>
        <p:nvSpPr>
          <p:cNvPr id="4" name="Shape 1"/>
          <p:cNvSpPr/>
          <p:nvPr/>
        </p:nvSpPr>
        <p:spPr>
          <a:xfrm>
            <a:off x="457200" y="1143000"/>
            <a:ext cx="2651760" cy="1600200"/>
          </a:xfrm>
          <a:prstGeom prst="roundRect">
            <a:avLst>
              <a:gd name="adj" fmla="val 6857"/>
            </a:avLst>
          </a:prstGeom>
          <a:solidFill>
            <a:srgbClr val="2B2B2E"/>
          </a:solidFill>
          <a:ln w="19050">
            <a:solidFill>
              <a:srgbClr val="17462F"/>
            </a:solidFill>
            <a:prstDash val="solid"/>
          </a:ln>
        </p:spPr>
      </p:sp>
      <p:sp>
        <p:nvSpPr>
          <p:cNvPr id="5" name="Text 2"/>
          <p:cNvSpPr txBox="1"/>
          <p:nvPr/>
        </p:nvSpPr>
        <p:spPr>
          <a:xfrm>
            <a:off x="640080" y="1188720"/>
            <a:ext cx="2377440" cy="1508760"/>
          </a:xfrm>
          <a:prstGeom prst="rect">
            <a:avLst/>
          </a:prstGeom>
          <a:noFill/>
          <a:ln/>
        </p:spPr>
        <p:txBody>
          <a:bodyPr wrap="square" lIns="762" tIns="762" rIns="762" bIns="762" rtlCol="0" anchor="t"/>
          <a:lstStyle/>
          <a:p>
            <a:pPr indent="0" marL="0">
              <a:spcAft>
                <a:spcPts val="300"/>
              </a:spcAft>
              <a:buNone/>
            </a:pPr>
            <a:r>
              <a:rPr lang="en-US" sz="1900" b="1" dirty="0">
                <a:solidFill>
                  <a:srgbClr val="E87500"/>
                </a:solidFill>
                <a:latin typeface="Calibri" pitchFamily="34" charset="0"/>
                <a:ea typeface="Calibri" pitchFamily="34" charset="-122"/>
                <a:cs typeface="Calibri" pitchFamily="34" charset="-120"/>
              </a:rPr>
              <a:t>Football</a:t>
            </a:r>
            <a:endParaRPr lang="en-US" sz="1400" dirty="0"/>
          </a:p>
          <a:p>
            <a:pPr indent="0" marL="0">
              <a:spcAft>
                <a:spcPts val="300"/>
              </a:spcAft>
              <a:buNone/>
            </a:pPr>
            <a:r>
              <a:rPr lang="en-US" sz="1400" b="1" dirty="0">
                <a:solidFill>
                  <a:srgbClr val="6FD8B0"/>
                </a:solidFill>
                <a:latin typeface="Calibri" pitchFamily="34" charset="0"/>
                <a:ea typeface="Calibri" pitchFamily="34" charset="-122"/>
                <a:cs typeface="Calibri" pitchFamily="34" charset="-120"/>
              </a:rPr>
              <a:t>Linear Regression</a:t>
            </a:r>
            <a:endParaRPr lang="en-US" sz="1400" dirty="0"/>
          </a:p>
          <a:p>
            <a:pPr indent="0" marL="0">
              <a:spcAft>
                <a:spcPts val="300"/>
              </a:spcAft>
              <a:buNone/>
            </a:pPr>
            <a:r>
              <a:rPr lang="en-US" sz="1400" dirty="0">
                <a:solidFill>
                  <a:srgbClr val="EDE3DF"/>
                </a:solidFill>
                <a:latin typeface="Calibri" pitchFamily="34" charset="0"/>
                <a:ea typeface="Calibri" pitchFamily="34" charset="-122"/>
                <a:cs typeface="Calibri" pitchFamily="34" charset="-120"/>
              </a:rPr>
              <a:t>Predict home points</a:t>
            </a:r>
            <a:endParaRPr lang="en-US" sz="1400" dirty="0"/>
          </a:p>
          <a:p>
            <a:pPr indent="0" marL="0">
              <a:spcAft>
                <a:spcPts val="300"/>
              </a:spcAft>
              <a:buNone/>
            </a:pPr>
            <a:r>
              <a:rPr lang="en-US" sz="1000" dirty="0">
                <a:solidFill>
                  <a:srgbClr val="B8B0AC"/>
                </a:solidFill>
                <a:latin typeface="Courier New" pitchFamily="34" charset="0"/>
                <a:ea typeface="Courier New" pitchFamily="34" charset="-122"/>
                <a:cs typeface="Courier New" pitchFamily="34" charset="-120"/>
              </a:rPr>
              <a:t>football_notebook.ipynb</a:t>
            </a:r>
            <a:endParaRPr lang="en-US" sz="1400" dirty="0"/>
          </a:p>
        </p:txBody>
      </p:sp>
      <p:sp>
        <p:nvSpPr>
          <p:cNvPr id="6" name="Shape 3"/>
          <p:cNvSpPr/>
          <p:nvPr/>
        </p:nvSpPr>
        <p:spPr>
          <a:xfrm>
            <a:off x="3246120" y="1143000"/>
            <a:ext cx="2651760" cy="1600200"/>
          </a:xfrm>
          <a:prstGeom prst="roundRect">
            <a:avLst>
              <a:gd name="adj" fmla="val 6857"/>
            </a:avLst>
          </a:prstGeom>
          <a:solidFill>
            <a:srgbClr val="2B2B2E"/>
          </a:solidFill>
          <a:ln w="19050">
            <a:solidFill>
              <a:srgbClr val="17462F"/>
            </a:solidFill>
            <a:prstDash val="solid"/>
          </a:ln>
        </p:spPr>
      </p:sp>
      <p:sp>
        <p:nvSpPr>
          <p:cNvPr id="7" name="Text 4"/>
          <p:cNvSpPr txBox="1"/>
          <p:nvPr/>
        </p:nvSpPr>
        <p:spPr>
          <a:xfrm>
            <a:off x="3429000" y="1188720"/>
            <a:ext cx="2377440" cy="1508760"/>
          </a:xfrm>
          <a:prstGeom prst="rect">
            <a:avLst/>
          </a:prstGeom>
          <a:noFill/>
          <a:ln/>
        </p:spPr>
        <p:txBody>
          <a:bodyPr wrap="square" lIns="762" tIns="762" rIns="762" bIns="762" rtlCol="0" anchor="t"/>
          <a:lstStyle/>
          <a:p>
            <a:pPr indent="0" marL="0">
              <a:spcAft>
                <a:spcPts val="300"/>
              </a:spcAft>
              <a:buNone/>
            </a:pPr>
            <a:r>
              <a:rPr lang="en-US" sz="1900" b="1" dirty="0">
                <a:solidFill>
                  <a:srgbClr val="E87500"/>
                </a:solidFill>
                <a:latin typeface="Calibri" pitchFamily="34" charset="0"/>
                <a:ea typeface="Calibri" pitchFamily="34" charset="-122"/>
                <a:cs typeface="Calibri" pitchFamily="34" charset="-120"/>
              </a:rPr>
              <a:t>Soccer</a:t>
            </a:r>
            <a:endParaRPr lang="en-US" sz="1400" dirty="0"/>
          </a:p>
          <a:p>
            <a:pPr indent="0" marL="0">
              <a:spcAft>
                <a:spcPts val="300"/>
              </a:spcAft>
              <a:buNone/>
            </a:pPr>
            <a:r>
              <a:rPr lang="en-US" sz="1400" b="1" dirty="0">
                <a:solidFill>
                  <a:srgbClr val="6FD8B0"/>
                </a:solidFill>
                <a:latin typeface="Calibri" pitchFamily="34" charset="0"/>
                <a:ea typeface="Calibri" pitchFamily="34" charset="-122"/>
                <a:cs typeface="Calibri" pitchFamily="34" charset="-120"/>
              </a:rPr>
              <a:t>Logistic Regression</a:t>
            </a:r>
            <a:endParaRPr lang="en-US" sz="1400" dirty="0"/>
          </a:p>
          <a:p>
            <a:pPr indent="0" marL="0">
              <a:spcAft>
                <a:spcPts val="300"/>
              </a:spcAft>
              <a:buNone/>
            </a:pPr>
            <a:r>
              <a:rPr lang="en-US" sz="1400" dirty="0">
                <a:solidFill>
                  <a:srgbClr val="EDE3DF"/>
                </a:solidFill>
                <a:latin typeface="Calibri" pitchFamily="34" charset="0"/>
                <a:ea typeface="Calibri" pitchFamily="34" charset="-122"/>
                <a:cs typeface="Calibri" pitchFamily="34" charset="-120"/>
              </a:rPr>
              <a:t>Goal or no goal</a:t>
            </a:r>
            <a:endParaRPr lang="en-US" sz="1400" dirty="0"/>
          </a:p>
          <a:p>
            <a:pPr indent="0" marL="0">
              <a:spcAft>
                <a:spcPts val="300"/>
              </a:spcAft>
              <a:buNone/>
            </a:pPr>
            <a:r>
              <a:rPr lang="en-US" sz="1000" dirty="0">
                <a:solidFill>
                  <a:srgbClr val="B8B0AC"/>
                </a:solidFill>
                <a:latin typeface="Courier New" pitchFamily="34" charset="0"/>
                <a:ea typeface="Courier New" pitchFamily="34" charset="-122"/>
                <a:cs typeface="Courier New" pitchFamily="34" charset="-120"/>
              </a:rPr>
              <a:t>soccer_notebook.ipynb</a:t>
            </a:r>
            <a:endParaRPr lang="en-US" sz="1400" dirty="0"/>
          </a:p>
        </p:txBody>
      </p:sp>
      <p:sp>
        <p:nvSpPr>
          <p:cNvPr id="8" name="Shape 5"/>
          <p:cNvSpPr/>
          <p:nvPr/>
        </p:nvSpPr>
        <p:spPr>
          <a:xfrm>
            <a:off x="6035040" y="1143000"/>
            <a:ext cx="2651760" cy="1600200"/>
          </a:xfrm>
          <a:prstGeom prst="roundRect">
            <a:avLst>
              <a:gd name="adj" fmla="val 6857"/>
            </a:avLst>
          </a:prstGeom>
          <a:solidFill>
            <a:srgbClr val="2B2B2E"/>
          </a:solidFill>
          <a:ln w="19050">
            <a:solidFill>
              <a:srgbClr val="17462F"/>
            </a:solidFill>
            <a:prstDash val="solid"/>
          </a:ln>
        </p:spPr>
      </p:sp>
      <p:sp>
        <p:nvSpPr>
          <p:cNvPr id="9" name="Text 6"/>
          <p:cNvSpPr txBox="1"/>
          <p:nvPr/>
        </p:nvSpPr>
        <p:spPr>
          <a:xfrm>
            <a:off x="6217920" y="1188720"/>
            <a:ext cx="2377440" cy="1508760"/>
          </a:xfrm>
          <a:prstGeom prst="rect">
            <a:avLst/>
          </a:prstGeom>
          <a:noFill/>
          <a:ln/>
        </p:spPr>
        <p:txBody>
          <a:bodyPr wrap="square" lIns="762" tIns="762" rIns="762" bIns="762" rtlCol="0" anchor="t"/>
          <a:lstStyle/>
          <a:p>
            <a:pPr indent="0" marL="0">
              <a:spcAft>
                <a:spcPts val="300"/>
              </a:spcAft>
              <a:buNone/>
            </a:pPr>
            <a:r>
              <a:rPr lang="en-US" sz="1900" b="1" dirty="0">
                <a:solidFill>
                  <a:srgbClr val="E87500"/>
                </a:solidFill>
                <a:latin typeface="Calibri" pitchFamily="34" charset="0"/>
                <a:ea typeface="Calibri" pitchFamily="34" charset="-122"/>
                <a:cs typeface="Calibri" pitchFamily="34" charset="-120"/>
              </a:rPr>
              <a:t>Basketball</a:t>
            </a:r>
            <a:endParaRPr lang="en-US" sz="1400" dirty="0"/>
          </a:p>
          <a:p>
            <a:pPr indent="0" marL="0">
              <a:spcAft>
                <a:spcPts val="300"/>
              </a:spcAft>
              <a:buNone/>
            </a:pPr>
            <a:r>
              <a:rPr lang="en-US" sz="1400" b="1" dirty="0">
                <a:solidFill>
                  <a:srgbClr val="6FD8B0"/>
                </a:solidFill>
                <a:latin typeface="Calibri" pitchFamily="34" charset="0"/>
                <a:ea typeface="Calibri" pitchFamily="34" charset="-122"/>
                <a:cs typeface="Calibri" pitchFamily="34" charset="-120"/>
              </a:rPr>
              <a:t>K-Means</a:t>
            </a:r>
            <a:endParaRPr lang="en-US" sz="1400" dirty="0"/>
          </a:p>
          <a:p>
            <a:pPr indent="0" marL="0">
              <a:spcAft>
                <a:spcPts val="300"/>
              </a:spcAft>
              <a:buNone/>
            </a:pPr>
            <a:r>
              <a:rPr lang="en-US" sz="1400" dirty="0">
                <a:solidFill>
                  <a:srgbClr val="EDE3DF"/>
                </a:solidFill>
                <a:latin typeface="Calibri" pitchFamily="34" charset="0"/>
                <a:ea typeface="Calibri" pitchFamily="34" charset="-122"/>
                <a:cs typeface="Calibri" pitchFamily="34" charset="-120"/>
              </a:rPr>
              <a:t>Group similar players</a:t>
            </a:r>
            <a:endParaRPr lang="en-US" sz="1400" dirty="0"/>
          </a:p>
          <a:p>
            <a:pPr indent="0" marL="0">
              <a:spcAft>
                <a:spcPts val="300"/>
              </a:spcAft>
              <a:buNone/>
            </a:pPr>
            <a:r>
              <a:rPr lang="en-US" sz="1000" dirty="0">
                <a:solidFill>
                  <a:srgbClr val="B8B0AC"/>
                </a:solidFill>
                <a:latin typeface="Courier New" pitchFamily="34" charset="0"/>
                <a:ea typeface="Courier New" pitchFamily="34" charset="-122"/>
                <a:cs typeface="Courier New" pitchFamily="34" charset="-120"/>
              </a:rPr>
              <a:t>basketball_notebook.ipynb</a:t>
            </a:r>
            <a:endParaRPr lang="en-US" sz="1400" dirty="0"/>
          </a:p>
          <a:p>
            <a:pPr indent="0" marL="0">
              <a:spcAft>
                <a:spcPts val="300"/>
              </a:spcAft>
              <a:buNone/>
            </a:pPr>
            <a:r>
              <a:rPr lang="en-US" sz="1100" dirty="0">
                <a:solidFill>
                  <a:srgbClr val="B8B0AC"/>
                </a:solidFill>
                <a:latin typeface="Calibri" pitchFamily="34" charset="0"/>
                <a:ea typeface="Calibri" pitchFamily="34" charset="-122"/>
                <a:cs typeface="Calibri" pitchFamily="34" charset="-120"/>
              </a:rPr>
              <a:t>Optional extension: PCA</a:t>
            </a:r>
            <a:endParaRPr lang="en-US" sz="1400" dirty="0"/>
          </a:p>
        </p:txBody>
      </p:sp>
      <p:sp>
        <p:nvSpPr>
          <p:cNvPr id="10" name="Shape 7"/>
          <p:cNvSpPr/>
          <p:nvPr/>
        </p:nvSpPr>
        <p:spPr>
          <a:xfrm>
            <a:off x="457200" y="2926080"/>
            <a:ext cx="8229600" cy="1600200"/>
          </a:xfrm>
          <a:prstGeom prst="roundRect">
            <a:avLst>
              <a:gd name="adj" fmla="val 6857"/>
            </a:avLst>
          </a:prstGeom>
          <a:solidFill>
            <a:srgbClr val="2B2B2E"/>
          </a:solidFill>
          <a:ln w="19050">
            <a:solidFill>
              <a:srgbClr val="E87500"/>
            </a:solidFill>
            <a:prstDash val="solid"/>
          </a:ln>
        </p:spPr>
      </p:sp>
      <p:sp>
        <p:nvSpPr>
          <p:cNvPr id="11" name="Text 8"/>
          <p:cNvSpPr txBox="1"/>
          <p:nvPr/>
        </p:nvSpPr>
        <p:spPr>
          <a:xfrm>
            <a:off x="640080" y="2971800"/>
            <a:ext cx="4572000" cy="320040"/>
          </a:xfrm>
          <a:prstGeom prst="rect">
            <a:avLst/>
          </a:prstGeom>
          <a:noFill/>
          <a:ln/>
        </p:spPr>
        <p:txBody>
          <a:bodyPr wrap="square" lIns="762" tIns="762" rIns="762" bIns="762" rtlCol="0" anchor="t"/>
          <a:lstStyle/>
          <a:p>
            <a:pPr indent="0" marL="0">
              <a:buNone/>
            </a:pPr>
            <a:r>
              <a:rPr lang="en-US" sz="1600" b="1" dirty="0">
                <a:solidFill>
                  <a:srgbClr val="E87500"/>
                </a:solidFill>
                <a:latin typeface="Calibri" pitchFamily="34" charset="0"/>
                <a:ea typeface="Calibri" pitchFamily="34" charset="-122"/>
                <a:cs typeface="Calibri" pitchFamily="34" charset="-120"/>
              </a:rPr>
              <a:t>Get your notebook</a:t>
            </a:r>
            <a:endParaRPr lang="en-US" sz="1600" dirty="0"/>
          </a:p>
        </p:txBody>
      </p:sp>
      <p:sp>
        <p:nvSpPr>
          <p:cNvPr id="12" name="Shape 9"/>
          <p:cNvSpPr/>
          <p:nvPr/>
        </p:nvSpPr>
        <p:spPr>
          <a:xfrm>
            <a:off x="640080" y="3337560"/>
            <a:ext cx="365760" cy="365760"/>
          </a:xfrm>
          <a:prstGeom prst="ellipse">
            <a:avLst/>
          </a:prstGeom>
          <a:solidFill>
            <a:srgbClr val="E87500"/>
          </a:solidFill>
          <a:ln w="12700">
            <a:solidFill>
              <a:srgbClr val="E87500"/>
            </a:solidFill>
            <a:prstDash val="solid"/>
          </a:ln>
        </p:spPr>
      </p:sp>
      <p:sp>
        <p:nvSpPr>
          <p:cNvPr id="13" name="Text 10"/>
          <p:cNvSpPr txBox="1"/>
          <p:nvPr/>
        </p:nvSpPr>
        <p:spPr>
          <a:xfrm>
            <a:off x="640080" y="3337560"/>
            <a:ext cx="365760" cy="365760"/>
          </a:xfrm>
          <a:prstGeom prst="rect">
            <a:avLst/>
          </a:prstGeom>
          <a:noFill/>
          <a:ln/>
        </p:spPr>
        <p:txBody>
          <a:bodyPr wrap="square" lIns="0" tIns="0" rIns="0" bIns="0"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1</a:t>
            </a:r>
            <a:endParaRPr lang="en-US" sz="1400" dirty="0"/>
          </a:p>
        </p:txBody>
      </p:sp>
      <p:sp>
        <p:nvSpPr>
          <p:cNvPr id="14" name="Text 11"/>
          <p:cNvSpPr txBox="1"/>
          <p:nvPr/>
        </p:nvSpPr>
        <p:spPr>
          <a:xfrm>
            <a:off x="1097280" y="3337560"/>
            <a:ext cx="7406640" cy="365760"/>
          </a:xfrm>
          <a:prstGeom prst="rect">
            <a:avLst/>
          </a:prstGeom>
          <a:noFill/>
          <a:ln/>
        </p:spPr>
        <p:txBody>
          <a:bodyPr wrap="square" lIns="762" tIns="762" rIns="762" bIns="762" rtlCol="0" anchor="ctr"/>
          <a:lstStyle/>
          <a:p>
            <a:pPr indent="0" marL="0">
              <a:buNone/>
            </a:pPr>
            <a:r>
              <a:rPr lang="en-US" sz="1300" dirty="0">
                <a:solidFill>
                  <a:srgbClr val="EDE3DF"/>
                </a:solidFill>
                <a:latin typeface="Calibri" pitchFamily="34" charset="0"/>
                <a:ea typeface="Calibri" pitchFamily="34" charset="-122"/>
                <a:cs typeface="Calibri" pitchFamily="34" charset="-120"/>
              </a:rPr>
              <a:t>Download from github.com/Sports-Analytics-Club-at-UTD/Workshop-2</a:t>
            </a:r>
            <a:endParaRPr lang="en-US" sz="1300" dirty="0"/>
          </a:p>
        </p:txBody>
      </p:sp>
      <p:sp>
        <p:nvSpPr>
          <p:cNvPr id="15" name="Shape 12"/>
          <p:cNvSpPr/>
          <p:nvPr/>
        </p:nvSpPr>
        <p:spPr>
          <a:xfrm>
            <a:off x="640080" y="3703320"/>
            <a:ext cx="365760" cy="365760"/>
          </a:xfrm>
          <a:prstGeom prst="ellipse">
            <a:avLst/>
          </a:prstGeom>
          <a:solidFill>
            <a:srgbClr val="E87500"/>
          </a:solidFill>
          <a:ln w="12700">
            <a:solidFill>
              <a:srgbClr val="E87500"/>
            </a:solidFill>
            <a:prstDash val="solid"/>
          </a:ln>
        </p:spPr>
      </p:sp>
      <p:sp>
        <p:nvSpPr>
          <p:cNvPr id="16" name="Text 13"/>
          <p:cNvSpPr txBox="1"/>
          <p:nvPr/>
        </p:nvSpPr>
        <p:spPr>
          <a:xfrm>
            <a:off x="640080" y="3703320"/>
            <a:ext cx="365760" cy="365760"/>
          </a:xfrm>
          <a:prstGeom prst="rect">
            <a:avLst/>
          </a:prstGeom>
          <a:noFill/>
          <a:ln/>
        </p:spPr>
        <p:txBody>
          <a:bodyPr wrap="square" lIns="0" tIns="0" rIns="0" bIns="0"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2</a:t>
            </a:r>
            <a:endParaRPr lang="en-US" sz="1400" dirty="0"/>
          </a:p>
        </p:txBody>
      </p:sp>
      <p:sp>
        <p:nvSpPr>
          <p:cNvPr id="17" name="Text 14"/>
          <p:cNvSpPr txBox="1"/>
          <p:nvPr/>
        </p:nvSpPr>
        <p:spPr>
          <a:xfrm>
            <a:off x="1097280" y="3703320"/>
            <a:ext cx="7406640" cy="365760"/>
          </a:xfrm>
          <a:prstGeom prst="rect">
            <a:avLst/>
          </a:prstGeom>
          <a:noFill/>
          <a:ln/>
        </p:spPr>
        <p:txBody>
          <a:bodyPr wrap="square" lIns="762" tIns="762" rIns="762" bIns="762" rtlCol="0" anchor="ctr"/>
          <a:lstStyle/>
          <a:p>
            <a:pPr indent="0" marL="0">
              <a:buNone/>
            </a:pPr>
            <a:r>
              <a:rPr lang="en-US" sz="1300" dirty="0">
                <a:solidFill>
                  <a:srgbClr val="EDE3DF"/>
                </a:solidFill>
                <a:latin typeface="Calibri" pitchFamily="34" charset="0"/>
                <a:ea typeface="Calibri" pitchFamily="34" charset="-122"/>
                <a:cs typeface="Calibri" pitchFamily="34" charset="-120"/>
              </a:rPr>
              <a:t>Open colab.research.google.com, then File &gt; Upload notebook</a:t>
            </a:r>
            <a:endParaRPr lang="en-US" sz="1300" dirty="0"/>
          </a:p>
        </p:txBody>
      </p:sp>
      <p:sp>
        <p:nvSpPr>
          <p:cNvPr id="18" name="Shape 15"/>
          <p:cNvSpPr/>
          <p:nvPr/>
        </p:nvSpPr>
        <p:spPr>
          <a:xfrm>
            <a:off x="640080" y="4069080"/>
            <a:ext cx="365760" cy="365760"/>
          </a:xfrm>
          <a:prstGeom prst="ellipse">
            <a:avLst/>
          </a:prstGeom>
          <a:solidFill>
            <a:srgbClr val="E87500"/>
          </a:solidFill>
          <a:ln w="12700">
            <a:solidFill>
              <a:srgbClr val="E87500"/>
            </a:solidFill>
            <a:prstDash val="solid"/>
          </a:ln>
        </p:spPr>
      </p:sp>
      <p:sp>
        <p:nvSpPr>
          <p:cNvPr id="19" name="Text 16"/>
          <p:cNvSpPr txBox="1"/>
          <p:nvPr/>
        </p:nvSpPr>
        <p:spPr>
          <a:xfrm>
            <a:off x="640080" y="4069080"/>
            <a:ext cx="365760" cy="365760"/>
          </a:xfrm>
          <a:prstGeom prst="rect">
            <a:avLst/>
          </a:prstGeom>
          <a:noFill/>
          <a:ln/>
        </p:spPr>
        <p:txBody>
          <a:bodyPr wrap="square" lIns="0" tIns="0" rIns="0" bIns="0"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1097280" y="4069080"/>
            <a:ext cx="7406640" cy="365760"/>
          </a:xfrm>
          <a:prstGeom prst="rect">
            <a:avLst/>
          </a:prstGeom>
          <a:noFill/>
          <a:ln/>
        </p:spPr>
        <p:txBody>
          <a:bodyPr wrap="square" lIns="762" tIns="762" rIns="762" bIns="762" rtlCol="0" anchor="ctr"/>
          <a:lstStyle/>
          <a:p>
            <a:pPr indent="0" marL="0">
              <a:buNone/>
            </a:pPr>
            <a:r>
              <a:rPr lang="en-US" sz="1300" dirty="0">
                <a:solidFill>
                  <a:srgbClr val="EDE3DF"/>
                </a:solidFill>
                <a:latin typeface="Calibri" pitchFamily="34" charset="0"/>
                <a:ea typeface="Calibri" pitchFamily="34" charset="-122"/>
                <a:cs typeface="Calibri" pitchFamily="34" charset="-120"/>
              </a:rPr>
              <a:t>Pick your sport’s .ipynb, connect a CPU runtime, run the setup cells</a:t>
            </a:r>
            <a:endParaRPr lang="en-US" sz="1300" dirty="0"/>
          </a:p>
        </p:txBody>
      </p:sp>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2"/>
          <p:cNvSpPr/>
          <p:nvPr>
            <p:ph idx="112" type="title" hasCustomPrompt="1"/>
          </p:nvPr>
        </p:nvSpPr>
        <p:spPr>
          <a:xfrm>
            <a:off x="457200" y="274320"/>
            <a:ext cx="7772400" cy="731520"/>
          </a:xfrm>
          <a:prstGeom prst="rect">
            <a:avLst/>
          </a:prstGeom>
          <a:noFill/>
          <a:ln/>
        </p:spPr>
        <p:txBody>
          <a:bodyPr wrap="square" lIns="0" tIns="0" rIns="0" bIns="0" rtlCol="0" anchor="ctr"/>
          <a:lstStyle/>
          <a:p>
            <a:pPr algn="l" indent="0" marL="0">
              <a:buNone/>
            </a:pPr>
            <a:r>
              <a:rPr lang="en-US" sz="2400" i="1" dirty="0">
                <a:solidFill>
                  <a:srgbClr val="EDE3DF"/>
                </a:solidFill>
                <a:latin typeface="Arial Black" pitchFamily="34" charset="0"/>
                <a:ea typeface="Arial Black" pitchFamily="34" charset="-122"/>
                <a:cs typeface="Arial Black" pitchFamily="34" charset="-120"/>
              </a:rPr>
              <a:t>Your Turn: one change, one supported story</a:t>
            </a:r>
            <a:endParaRPr lang="en-US" sz="2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554480"/>
                <a:gridCol w="3383280"/>
                <a:gridCol w="3291840"/>
              </a:tblGrid>
              <a:tr h="365760">
                <a:tc>
                  <a:txBody>
                    <a:bodyPr/>
                    <a:lstStyle/>
                    <a:p>
                      <a:pPr indent="0" marL="0">
                        <a:buNone/>
                      </a:pPr>
                      <a:r>
                        <a:rPr lang="en-US" sz="1400" b="1" dirty="0">
                          <a:solidFill>
                            <a:srgbClr val="0E0D10"/>
                          </a:solidFill>
                          <a:latin typeface="Calibri" pitchFamily="34" charset="0"/>
                          <a:ea typeface="Calibri" pitchFamily="34" charset="-122"/>
                          <a:cs typeface="Calibri" pitchFamily="34" charset="-120"/>
                        </a:rPr>
                        <a:t>Notebook</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E87500"/>
                    </a:solidFill>
                  </a:tcPr>
                </a:tc>
                <a:tc>
                  <a:txBody>
                    <a:bodyPr/>
                    <a:lstStyle/>
                    <a:p>
                      <a:pPr indent="0" marL="0">
                        <a:buNone/>
                      </a:pPr>
                      <a:r>
                        <a:rPr lang="en-US" sz="1400" b="1" dirty="0">
                          <a:solidFill>
                            <a:srgbClr val="0E0D10"/>
                          </a:solidFill>
                          <a:latin typeface="Calibri" pitchFamily="34" charset="0"/>
                          <a:ea typeface="Calibri" pitchFamily="34" charset="-122"/>
                          <a:cs typeface="Calibri" pitchFamily="34" charset="-120"/>
                        </a:rPr>
                        <a:t>Do</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E87500"/>
                    </a:solidFill>
                  </a:tcPr>
                </a:tc>
                <a:tc>
                  <a:txBody>
                    <a:bodyPr/>
                    <a:lstStyle/>
                    <a:p>
                      <a:pPr indent="0" marL="0">
                        <a:buNone/>
                      </a:pPr>
                      <a:r>
                        <a:rPr lang="en-US" sz="1400" b="1" dirty="0">
                          <a:solidFill>
                            <a:srgbClr val="0E0D10"/>
                          </a:solidFill>
                          <a:latin typeface="Calibri" pitchFamily="34" charset="0"/>
                          <a:ea typeface="Calibri" pitchFamily="34" charset="-122"/>
                          <a:cs typeface="Calibri" pitchFamily="34" charset="-120"/>
                        </a:rPr>
                        <a:t>Answer in sports terms</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E87500"/>
                    </a:solidFill>
                  </a:tcPr>
                </a:tc>
              </a:tr>
              <a:tr h="566928">
                <a:tc>
                  <a:txBody>
                    <a:bodyPr/>
                    <a:lstStyle/>
                    <a:p>
                      <a:pPr indent="0" marL="0">
                        <a:buNone/>
                      </a:pPr>
                      <a:r>
                        <a:rPr lang="en-US" sz="1400" b="1" dirty="0">
                          <a:solidFill>
                            <a:srgbClr val="6FD8B0"/>
                          </a:solidFill>
                          <a:latin typeface="Calibri" pitchFamily="34" charset="0"/>
                          <a:ea typeface="Calibri" pitchFamily="34" charset="-122"/>
                          <a:cs typeface="Calibri" pitchFamily="34" charset="-120"/>
                        </a:rPr>
                        <a:t>Football</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200" dirty="0">
                          <a:solidFill>
                            <a:srgbClr val="EDE3DF"/>
                          </a:solidFill>
                          <a:latin typeface="Calibri" pitchFamily="34" charset="0"/>
                          <a:ea typeface="Calibri" pitchFamily="34" charset="-122"/>
                          <a:cs typeface="Calibri" pitchFamily="34" charset="-120"/>
                        </a:rPr>
                        <a:t>F1: fit with the example features. F2: add home_rest and away_rest.</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200" dirty="0">
                          <a:solidFill>
                            <a:srgbClr val="EDE3DF"/>
                          </a:solidFill>
                          <a:latin typeface="Calibri" pitchFamily="34" charset="0"/>
                          <a:ea typeface="Calibri" pitchFamily="34" charset="-122"/>
                          <a:cs typeface="Calibri" pitchFamily="34" charset="-120"/>
                        </a:rPr>
                        <a:t>Did MAE improve meaningfully? Report the change in points.</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r h="566928">
                <a:tc>
                  <a:txBody>
                    <a:bodyPr/>
                    <a:lstStyle/>
                    <a:p>
                      <a:pPr indent="0" marL="0">
                        <a:buNone/>
                      </a:pPr>
                      <a:r>
                        <a:rPr lang="en-US" sz="1400" b="1" dirty="0">
                          <a:solidFill>
                            <a:srgbClr val="6FD8B0"/>
                          </a:solidFill>
                          <a:latin typeface="Calibri" pitchFamily="34" charset="0"/>
                          <a:ea typeface="Calibri" pitchFamily="34" charset="-122"/>
                          <a:cs typeface="Calibri" pitchFamily="34" charset="-120"/>
                        </a:rPr>
                        <a:t>Soccer</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200" dirty="0">
                          <a:solidFill>
                            <a:srgbClr val="EDE3DF"/>
                          </a:solidFill>
                          <a:latin typeface="Calibri" pitchFamily="34" charset="0"/>
                          <a:ea typeface="Calibri" pitchFamily="34" charset="-122"/>
                          <a:cs typeface="Calibri" pitchFamily="34" charset="-120"/>
                        </a:rPr>
                        <a:t>S1: fit the model. S2: threshold 0.50 to 0.15.</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200" dirty="0">
                          <a:solidFill>
                            <a:srgbClr val="EDE3DF"/>
                          </a:solidFill>
                          <a:latin typeface="Calibri" pitchFamily="34" charset="0"/>
                          <a:ea typeface="Calibri" pitchFamily="34" charset="-122"/>
                          <a:cs typeface="Calibri" pitchFamily="34" charset="-120"/>
                        </a:rPr>
                        <a:t>Do we miss fewer goals but raise more false alarms?</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r h="566928">
                <a:tc>
                  <a:txBody>
                    <a:bodyPr/>
                    <a:lstStyle/>
                    <a:p>
                      <a:pPr indent="0" marL="0">
                        <a:buNone/>
                      </a:pPr>
                      <a:r>
                        <a:rPr lang="en-US" sz="1400" b="1" dirty="0">
                          <a:solidFill>
                            <a:srgbClr val="6FD8B0"/>
                          </a:solidFill>
                          <a:latin typeface="Calibri" pitchFamily="34" charset="0"/>
                          <a:ea typeface="Calibri" pitchFamily="34" charset="-122"/>
                          <a:cs typeface="Calibri" pitchFamily="34" charset="-120"/>
                        </a:rPr>
                        <a:t>Basketball</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200" dirty="0">
                          <a:solidFill>
                            <a:srgbClr val="EDE3DF"/>
                          </a:solidFill>
                          <a:latin typeface="Calibri" pitchFamily="34" charset="0"/>
                          <a:ea typeface="Calibri" pitchFamily="34" charset="-122"/>
                          <a:cs typeface="Calibri" pitchFamily="34" charset="-120"/>
                        </a:rPr>
                        <a:t>B1: K = 4, then K = 3.</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200" dirty="0">
                          <a:solidFill>
                            <a:srgbClr val="EDE3DF"/>
                          </a:solidFill>
                          <a:latin typeface="Calibri" pitchFamily="34" charset="0"/>
                          <a:ea typeface="Calibri" pitchFamily="34" charset="-122"/>
                          <a:cs typeface="Calibri" pitchFamily="34" charset="-120"/>
                        </a:rPr>
                        <a:t>Describe one cluster using two of its stats.</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r h="566928">
                <a:tc>
                  <a:txBody>
                    <a:bodyPr/>
                    <a:lstStyle/>
                    <a:p>
                      <a:pPr indent="0" marL="0">
                        <a:buNone/>
                      </a:pPr>
                      <a:r>
                        <a:rPr lang="en-US" sz="1400" b="1" dirty="0">
                          <a:solidFill>
                            <a:srgbClr val="6FD8B0"/>
                          </a:solidFill>
                          <a:latin typeface="Calibri" pitchFamily="34" charset="0"/>
                          <a:ea typeface="Calibri" pitchFamily="34" charset="-122"/>
                          <a:cs typeface="Calibri" pitchFamily="34" charset="-120"/>
                        </a:rPr>
                        <a:t>PCA (optional)</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200" dirty="0">
                          <a:solidFill>
                            <a:srgbClr val="EDE3DF"/>
                          </a:solidFill>
                          <a:latin typeface="Calibri" pitchFamily="34" charset="0"/>
                          <a:ea typeface="Calibri" pitchFamily="34" charset="-122"/>
                          <a:cs typeface="Calibri" pitchFamily="34" charset="-120"/>
                        </a:rPr>
                        <a:t>B2: keep 2 components, then 3.</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200" dirty="0">
                          <a:solidFill>
                            <a:srgbClr val="EDE3DF"/>
                          </a:solidFill>
                          <a:latin typeface="Calibri" pitchFamily="34" charset="0"/>
                          <a:ea typeface="Calibri" pitchFamily="34" charset="-122"/>
                          <a:cs typeface="Calibri" pitchFamily="34" charset="-120"/>
                        </a:rPr>
                        <a:t>How much more variance do three retain than two?</a:t>
                      </a:r>
                      <a:endParaRPr lang="en-US" sz="12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bl>
          </a:graphicData>
        </a:graphic>
      </p:graphicFrame>
      <p:sp>
        <p:nvSpPr>
          <p:cNvPr id="5" name="Shape 1"/>
          <p:cNvSpPr/>
          <p:nvPr/>
        </p:nvSpPr>
        <p:spPr>
          <a:xfrm>
            <a:off x="457200" y="4160520"/>
            <a:ext cx="1920240" cy="365760"/>
          </a:xfrm>
          <a:prstGeom prst="roundRect">
            <a:avLst>
              <a:gd name="adj" fmla="val 37500"/>
            </a:avLst>
          </a:prstGeom>
          <a:solidFill>
            <a:srgbClr val="E87500"/>
          </a:solidFill>
          <a:ln w="12700">
            <a:solidFill>
              <a:srgbClr val="E87500"/>
            </a:solidFill>
            <a:prstDash val="solid"/>
          </a:ln>
        </p:spPr>
      </p:sp>
      <p:sp>
        <p:nvSpPr>
          <p:cNvPr id="6" name="Text 2"/>
          <p:cNvSpPr txBox="1"/>
          <p:nvPr/>
        </p:nvSpPr>
        <p:spPr>
          <a:xfrm>
            <a:off x="457200" y="4160520"/>
            <a:ext cx="1920240" cy="365760"/>
          </a:xfrm>
          <a:prstGeom prst="rect">
            <a:avLst/>
          </a:prstGeom>
          <a:noFill/>
          <a:ln/>
        </p:spPr>
        <p:txBody>
          <a:bodyPr wrap="square" lIns="762" tIns="762" rIns="762" bIns="762"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Question</a:t>
            </a:r>
            <a:endParaRPr lang="en-US" sz="1400" dirty="0"/>
          </a:p>
        </p:txBody>
      </p:sp>
      <p:sp>
        <p:nvSpPr>
          <p:cNvPr id="7" name="Shape 3"/>
          <p:cNvSpPr/>
          <p:nvPr/>
        </p:nvSpPr>
        <p:spPr>
          <a:xfrm>
            <a:off x="2560320" y="4160520"/>
            <a:ext cx="1920240" cy="365760"/>
          </a:xfrm>
          <a:prstGeom prst="roundRect">
            <a:avLst>
              <a:gd name="adj" fmla="val 37500"/>
            </a:avLst>
          </a:prstGeom>
          <a:solidFill>
            <a:srgbClr val="1E6B4F"/>
          </a:solidFill>
          <a:ln w="12700">
            <a:solidFill>
              <a:srgbClr val="1E6B4F"/>
            </a:solidFill>
            <a:prstDash val="solid"/>
          </a:ln>
        </p:spPr>
      </p:sp>
      <p:sp>
        <p:nvSpPr>
          <p:cNvPr id="8" name="Text 4"/>
          <p:cNvSpPr txBox="1"/>
          <p:nvPr/>
        </p:nvSpPr>
        <p:spPr>
          <a:xfrm>
            <a:off x="2560320" y="4160520"/>
            <a:ext cx="1920240" cy="365760"/>
          </a:xfrm>
          <a:prstGeom prst="rect">
            <a:avLst/>
          </a:prstGeom>
          <a:noFill/>
          <a:ln/>
        </p:spPr>
        <p:txBody>
          <a:bodyPr wrap="square" lIns="762" tIns="762" rIns="762" bIns="762" rtlCol="0" anchor="ctr"/>
          <a:lstStyle/>
          <a:p>
            <a:pPr algn="ctr" indent="0" marL="0">
              <a:buNone/>
            </a:pPr>
            <a:r>
              <a:rPr lang="en-US" sz="1400" b="1" dirty="0">
                <a:solidFill>
                  <a:srgbClr val="EDE3DF"/>
                </a:solidFill>
                <a:latin typeface="Calibri" pitchFamily="34" charset="0"/>
                <a:ea typeface="Calibri" pitchFamily="34" charset="-122"/>
                <a:cs typeface="Calibri" pitchFamily="34" charset="-120"/>
              </a:rPr>
              <a:t>Evidence</a:t>
            </a:r>
            <a:endParaRPr lang="en-US" sz="1400" dirty="0"/>
          </a:p>
        </p:txBody>
      </p:sp>
      <p:sp>
        <p:nvSpPr>
          <p:cNvPr id="9" name="Shape 5"/>
          <p:cNvSpPr/>
          <p:nvPr/>
        </p:nvSpPr>
        <p:spPr>
          <a:xfrm>
            <a:off x="4663440" y="4160520"/>
            <a:ext cx="1920240" cy="365760"/>
          </a:xfrm>
          <a:prstGeom prst="roundRect">
            <a:avLst>
              <a:gd name="adj" fmla="val 37500"/>
            </a:avLst>
          </a:prstGeom>
          <a:solidFill>
            <a:srgbClr val="E87500"/>
          </a:solidFill>
          <a:ln w="12700">
            <a:solidFill>
              <a:srgbClr val="E87500"/>
            </a:solidFill>
            <a:prstDash val="solid"/>
          </a:ln>
        </p:spPr>
      </p:sp>
      <p:sp>
        <p:nvSpPr>
          <p:cNvPr id="10" name="Text 6"/>
          <p:cNvSpPr txBox="1"/>
          <p:nvPr/>
        </p:nvSpPr>
        <p:spPr>
          <a:xfrm>
            <a:off x="4663440" y="4160520"/>
            <a:ext cx="1920240" cy="365760"/>
          </a:xfrm>
          <a:prstGeom prst="rect">
            <a:avLst/>
          </a:prstGeom>
          <a:noFill/>
          <a:ln/>
        </p:spPr>
        <p:txBody>
          <a:bodyPr wrap="square" lIns="762" tIns="762" rIns="762" bIns="762"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Sports meaning</a:t>
            </a:r>
            <a:endParaRPr lang="en-US" sz="1400" dirty="0"/>
          </a:p>
        </p:txBody>
      </p:sp>
      <p:sp>
        <p:nvSpPr>
          <p:cNvPr id="11" name="Shape 7"/>
          <p:cNvSpPr/>
          <p:nvPr/>
        </p:nvSpPr>
        <p:spPr>
          <a:xfrm>
            <a:off x="6766560" y="4160520"/>
            <a:ext cx="1920240" cy="365760"/>
          </a:xfrm>
          <a:prstGeom prst="roundRect">
            <a:avLst>
              <a:gd name="adj" fmla="val 37500"/>
            </a:avLst>
          </a:prstGeom>
          <a:solidFill>
            <a:srgbClr val="1E6B4F"/>
          </a:solidFill>
          <a:ln w="12700">
            <a:solidFill>
              <a:srgbClr val="1E6B4F"/>
            </a:solidFill>
            <a:prstDash val="solid"/>
          </a:ln>
        </p:spPr>
      </p:sp>
      <p:sp>
        <p:nvSpPr>
          <p:cNvPr id="12" name="Text 8"/>
          <p:cNvSpPr txBox="1"/>
          <p:nvPr/>
        </p:nvSpPr>
        <p:spPr>
          <a:xfrm>
            <a:off x="6766560" y="4160520"/>
            <a:ext cx="1920240" cy="365760"/>
          </a:xfrm>
          <a:prstGeom prst="rect">
            <a:avLst/>
          </a:prstGeom>
          <a:noFill/>
          <a:ln/>
        </p:spPr>
        <p:txBody>
          <a:bodyPr wrap="square" lIns="762" tIns="762" rIns="762" bIns="762" rtlCol="0" anchor="ctr"/>
          <a:lstStyle/>
          <a:p>
            <a:pPr algn="ctr" indent="0" marL="0">
              <a:buNone/>
            </a:pPr>
            <a:r>
              <a:rPr lang="en-US" sz="1400" b="1" dirty="0">
                <a:solidFill>
                  <a:srgbClr val="EDE3DF"/>
                </a:solidFill>
                <a:latin typeface="Calibri" pitchFamily="34" charset="0"/>
                <a:ea typeface="Calibri" pitchFamily="34" charset="-122"/>
                <a:cs typeface="Calibri" pitchFamily="34" charset="-120"/>
              </a:rPr>
              <a:t>Limitation</a:t>
            </a:r>
            <a:endParaRPr lang="en-US" sz="1400" dirty="0"/>
          </a:p>
        </p:txBody>
      </p:sp>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2"/>
          <p:cNvSpPr/>
          <p:nvPr>
            <p:ph idx="112" type="title" hasCustomPrompt="1"/>
          </p:nvPr>
        </p:nvSpPr>
        <p:spPr>
          <a:xfrm>
            <a:off x="457200" y="274320"/>
            <a:ext cx="7772400" cy="731520"/>
          </a:xfrm>
          <a:prstGeom prst="rect">
            <a:avLst/>
          </a:prstGeom>
          <a:noFill/>
          <a:ln/>
        </p:spPr>
        <p:txBody>
          <a:bodyPr wrap="square" lIns="0" tIns="0" rIns="0" bIns="0" rtlCol="0" anchor="ctr"/>
          <a:lstStyle/>
          <a:p>
            <a:pPr algn="l" indent="0" marL="0">
              <a:buNone/>
            </a:pPr>
            <a:r>
              <a:rPr lang="en-US" sz="2400" i="1" dirty="0">
                <a:solidFill>
                  <a:srgbClr val="EDE3DF"/>
                </a:solidFill>
                <a:latin typeface="Arial Black" pitchFamily="34" charset="0"/>
                <a:ea typeface="Arial Black" pitchFamily="34" charset="-122"/>
                <a:cs typeface="Arial Black" pitchFamily="34" charset="-120"/>
              </a:rPr>
              <a:t>Key takeaways</a:t>
            </a:r>
            <a:endParaRPr lang="en-US" sz="2400" dirty="0"/>
          </a:p>
        </p:txBody>
      </p:sp>
      <p:sp>
        <p:nvSpPr>
          <p:cNvPr id="4" name="Shape 1"/>
          <p:cNvSpPr/>
          <p:nvPr/>
        </p:nvSpPr>
        <p:spPr>
          <a:xfrm>
            <a:off x="457200" y="1188720"/>
            <a:ext cx="4023360" cy="1463040"/>
          </a:xfrm>
          <a:prstGeom prst="roundRect">
            <a:avLst>
              <a:gd name="adj" fmla="val 7500"/>
            </a:avLst>
          </a:prstGeom>
          <a:solidFill>
            <a:srgbClr val="2B2B2E"/>
          </a:solidFill>
          <a:ln w="19050">
            <a:solidFill>
              <a:srgbClr val="E87500"/>
            </a:solidFill>
            <a:prstDash val="solid"/>
          </a:ln>
        </p:spPr>
      </p:sp>
      <p:sp>
        <p:nvSpPr>
          <p:cNvPr id="5" name="Shape 2"/>
          <p:cNvSpPr/>
          <p:nvPr/>
        </p:nvSpPr>
        <p:spPr>
          <a:xfrm>
            <a:off x="640080" y="1371600"/>
            <a:ext cx="365760" cy="365760"/>
          </a:xfrm>
          <a:prstGeom prst="ellipse">
            <a:avLst/>
          </a:prstGeom>
          <a:solidFill>
            <a:srgbClr val="E87500"/>
          </a:solidFill>
          <a:ln w="12700">
            <a:solidFill>
              <a:srgbClr val="E87500"/>
            </a:solidFill>
            <a:prstDash val="solid"/>
          </a:ln>
        </p:spPr>
      </p:sp>
      <p:sp>
        <p:nvSpPr>
          <p:cNvPr id="6" name="Text 3"/>
          <p:cNvSpPr txBox="1"/>
          <p:nvPr/>
        </p:nvSpPr>
        <p:spPr>
          <a:xfrm>
            <a:off x="640080" y="1371600"/>
            <a:ext cx="365760" cy="365760"/>
          </a:xfrm>
          <a:prstGeom prst="rect">
            <a:avLst/>
          </a:prstGeom>
          <a:noFill/>
          <a:ln/>
        </p:spPr>
        <p:txBody>
          <a:bodyPr wrap="square" lIns="0" tIns="0" rIns="0" bIns="0"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640080" y="1783080"/>
            <a:ext cx="3657600" cy="822960"/>
          </a:xfrm>
          <a:prstGeom prst="rect">
            <a:avLst/>
          </a:prstGeom>
          <a:noFill/>
          <a:ln/>
        </p:spPr>
        <p:txBody>
          <a:bodyPr wrap="square" lIns="762" tIns="762" rIns="762" bIns="762" rtlCol="0" anchor="t"/>
          <a:lstStyle/>
          <a:p>
            <a:pPr indent="0" marL="0">
              <a:buNone/>
            </a:pPr>
            <a:r>
              <a:rPr lang="en-US" sz="1900" b="1" dirty="0">
                <a:solidFill>
                  <a:srgbClr val="EDE3DF"/>
                </a:solidFill>
                <a:latin typeface="Calibri" pitchFamily="34" charset="0"/>
                <a:ea typeface="Calibri" pitchFamily="34" charset="-122"/>
                <a:cs typeface="Calibri" pitchFamily="34" charset="-120"/>
              </a:rPr>
              <a:t>The question determines the method.</a:t>
            </a:r>
            <a:endParaRPr lang="en-US" sz="1900" dirty="0"/>
          </a:p>
        </p:txBody>
      </p:sp>
      <p:sp>
        <p:nvSpPr>
          <p:cNvPr id="8" name="Shape 5"/>
          <p:cNvSpPr/>
          <p:nvPr/>
        </p:nvSpPr>
        <p:spPr>
          <a:xfrm>
            <a:off x="4663440" y="1188720"/>
            <a:ext cx="4023360" cy="1463040"/>
          </a:xfrm>
          <a:prstGeom prst="roundRect">
            <a:avLst>
              <a:gd name="adj" fmla="val 7500"/>
            </a:avLst>
          </a:prstGeom>
          <a:solidFill>
            <a:srgbClr val="2B2B2E"/>
          </a:solidFill>
          <a:ln w="19050">
            <a:solidFill>
              <a:srgbClr val="E87500"/>
            </a:solidFill>
            <a:prstDash val="solid"/>
          </a:ln>
        </p:spPr>
      </p:sp>
      <p:sp>
        <p:nvSpPr>
          <p:cNvPr id="9" name="Shape 6"/>
          <p:cNvSpPr/>
          <p:nvPr/>
        </p:nvSpPr>
        <p:spPr>
          <a:xfrm>
            <a:off x="4846320" y="1371600"/>
            <a:ext cx="365760" cy="365760"/>
          </a:xfrm>
          <a:prstGeom prst="ellipse">
            <a:avLst/>
          </a:prstGeom>
          <a:solidFill>
            <a:srgbClr val="E87500"/>
          </a:solidFill>
          <a:ln w="12700">
            <a:solidFill>
              <a:srgbClr val="E87500"/>
            </a:solidFill>
            <a:prstDash val="solid"/>
          </a:ln>
        </p:spPr>
      </p:sp>
      <p:sp>
        <p:nvSpPr>
          <p:cNvPr id="10" name="Text 7"/>
          <p:cNvSpPr txBox="1"/>
          <p:nvPr/>
        </p:nvSpPr>
        <p:spPr>
          <a:xfrm>
            <a:off x="4846320" y="1371600"/>
            <a:ext cx="365760" cy="365760"/>
          </a:xfrm>
          <a:prstGeom prst="rect">
            <a:avLst/>
          </a:prstGeom>
          <a:noFill/>
          <a:ln/>
        </p:spPr>
        <p:txBody>
          <a:bodyPr wrap="square" lIns="0" tIns="0" rIns="0" bIns="0"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4846320" y="1783080"/>
            <a:ext cx="3657600" cy="822960"/>
          </a:xfrm>
          <a:prstGeom prst="rect">
            <a:avLst/>
          </a:prstGeom>
          <a:noFill/>
          <a:ln/>
        </p:spPr>
        <p:txBody>
          <a:bodyPr wrap="square" lIns="762" tIns="762" rIns="762" bIns="762" rtlCol="0" anchor="t"/>
          <a:lstStyle/>
          <a:p>
            <a:pPr indent="0" marL="0">
              <a:buNone/>
            </a:pPr>
            <a:r>
              <a:rPr lang="en-US" sz="1900" b="1" dirty="0">
                <a:solidFill>
                  <a:srgbClr val="EDE3DF"/>
                </a:solidFill>
                <a:latin typeface="Calibri" pitchFamily="34" charset="0"/>
                <a:ea typeface="Calibri" pitchFamily="34" charset="-122"/>
                <a:cs typeface="Calibri" pitchFamily="34" charset="-120"/>
              </a:rPr>
              <a:t>Unseen data and baselines keep predictions honest.</a:t>
            </a:r>
            <a:endParaRPr lang="en-US" sz="1900" dirty="0"/>
          </a:p>
        </p:txBody>
      </p:sp>
      <p:sp>
        <p:nvSpPr>
          <p:cNvPr id="12" name="Shape 9"/>
          <p:cNvSpPr/>
          <p:nvPr/>
        </p:nvSpPr>
        <p:spPr>
          <a:xfrm>
            <a:off x="457200" y="2834640"/>
            <a:ext cx="4023360" cy="1463040"/>
          </a:xfrm>
          <a:prstGeom prst="roundRect">
            <a:avLst>
              <a:gd name="adj" fmla="val 7500"/>
            </a:avLst>
          </a:prstGeom>
          <a:solidFill>
            <a:srgbClr val="2B2B2E"/>
          </a:solidFill>
          <a:ln w="19050">
            <a:solidFill>
              <a:srgbClr val="E87500"/>
            </a:solidFill>
            <a:prstDash val="solid"/>
          </a:ln>
        </p:spPr>
      </p:sp>
      <p:sp>
        <p:nvSpPr>
          <p:cNvPr id="13" name="Shape 10"/>
          <p:cNvSpPr/>
          <p:nvPr/>
        </p:nvSpPr>
        <p:spPr>
          <a:xfrm>
            <a:off x="640080" y="3017520"/>
            <a:ext cx="365760" cy="365760"/>
          </a:xfrm>
          <a:prstGeom prst="ellipse">
            <a:avLst/>
          </a:prstGeom>
          <a:solidFill>
            <a:srgbClr val="E87500"/>
          </a:solidFill>
          <a:ln w="12700">
            <a:solidFill>
              <a:srgbClr val="E87500"/>
            </a:solidFill>
            <a:prstDash val="solid"/>
          </a:ln>
        </p:spPr>
      </p:sp>
      <p:sp>
        <p:nvSpPr>
          <p:cNvPr id="14" name="Text 11"/>
          <p:cNvSpPr txBox="1"/>
          <p:nvPr/>
        </p:nvSpPr>
        <p:spPr>
          <a:xfrm>
            <a:off x="640080" y="3017520"/>
            <a:ext cx="365760" cy="365760"/>
          </a:xfrm>
          <a:prstGeom prst="rect">
            <a:avLst/>
          </a:prstGeom>
          <a:noFill/>
          <a:ln/>
        </p:spPr>
        <p:txBody>
          <a:bodyPr wrap="square" lIns="0" tIns="0" rIns="0" bIns="0"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640080" y="3429000"/>
            <a:ext cx="3657600" cy="822960"/>
          </a:xfrm>
          <a:prstGeom prst="rect">
            <a:avLst/>
          </a:prstGeom>
          <a:noFill/>
          <a:ln/>
        </p:spPr>
        <p:txBody>
          <a:bodyPr wrap="square" lIns="762" tIns="762" rIns="762" bIns="762" rtlCol="0" anchor="t"/>
          <a:lstStyle/>
          <a:p>
            <a:pPr indent="0" marL="0">
              <a:buNone/>
            </a:pPr>
            <a:r>
              <a:rPr lang="en-US" sz="1900" b="1" dirty="0">
                <a:solidFill>
                  <a:srgbClr val="EDE3DF"/>
                </a:solidFill>
                <a:latin typeface="Calibri" pitchFamily="34" charset="0"/>
                <a:ea typeface="Calibri" pitchFamily="34" charset="-122"/>
                <a:cs typeface="Calibri" pitchFamily="34" charset="-120"/>
              </a:rPr>
              <a:t>Scaling shapes similarity and PCA.</a:t>
            </a:r>
            <a:endParaRPr lang="en-US" sz="1900" dirty="0"/>
          </a:p>
        </p:txBody>
      </p:sp>
      <p:sp>
        <p:nvSpPr>
          <p:cNvPr id="16" name="Shape 13"/>
          <p:cNvSpPr/>
          <p:nvPr/>
        </p:nvSpPr>
        <p:spPr>
          <a:xfrm>
            <a:off x="4663440" y="2834640"/>
            <a:ext cx="4023360" cy="1463040"/>
          </a:xfrm>
          <a:prstGeom prst="roundRect">
            <a:avLst>
              <a:gd name="adj" fmla="val 7500"/>
            </a:avLst>
          </a:prstGeom>
          <a:solidFill>
            <a:srgbClr val="2B2B2E"/>
          </a:solidFill>
          <a:ln w="19050">
            <a:solidFill>
              <a:srgbClr val="E87500"/>
            </a:solidFill>
            <a:prstDash val="solid"/>
          </a:ln>
        </p:spPr>
      </p:sp>
      <p:sp>
        <p:nvSpPr>
          <p:cNvPr id="17" name="Shape 14"/>
          <p:cNvSpPr/>
          <p:nvPr/>
        </p:nvSpPr>
        <p:spPr>
          <a:xfrm>
            <a:off x="4846320" y="3017520"/>
            <a:ext cx="365760" cy="365760"/>
          </a:xfrm>
          <a:prstGeom prst="ellipse">
            <a:avLst/>
          </a:prstGeom>
          <a:solidFill>
            <a:srgbClr val="E87500"/>
          </a:solidFill>
          <a:ln w="12700">
            <a:solidFill>
              <a:srgbClr val="E87500"/>
            </a:solidFill>
            <a:prstDash val="solid"/>
          </a:ln>
        </p:spPr>
      </p:sp>
      <p:sp>
        <p:nvSpPr>
          <p:cNvPr id="18" name="Text 15"/>
          <p:cNvSpPr txBox="1"/>
          <p:nvPr/>
        </p:nvSpPr>
        <p:spPr>
          <a:xfrm>
            <a:off x="4846320" y="3017520"/>
            <a:ext cx="365760" cy="365760"/>
          </a:xfrm>
          <a:prstGeom prst="rect">
            <a:avLst/>
          </a:prstGeom>
          <a:noFill/>
          <a:ln/>
        </p:spPr>
        <p:txBody>
          <a:bodyPr wrap="square" lIns="0" tIns="0" rIns="0" bIns="0" rtlCol="0" anchor="ctr"/>
          <a:lstStyle/>
          <a:p>
            <a:pPr algn="ctr" indent="0" marL="0">
              <a:buNone/>
            </a:pPr>
            <a:r>
              <a:rPr lang="en-US" sz="1400" b="1" dirty="0">
                <a:solidFill>
                  <a:srgbClr val="0E0D10"/>
                </a:solidFill>
                <a:latin typeface="Calibri" pitchFamily="34" charset="0"/>
                <a:ea typeface="Calibri" pitchFamily="34" charset="-122"/>
                <a:cs typeface="Calibri" pitchFamily="34" charset="-120"/>
              </a:rPr>
              <a:t>4</a:t>
            </a:r>
            <a:endParaRPr lang="en-US" sz="1400" dirty="0"/>
          </a:p>
        </p:txBody>
      </p:sp>
      <p:sp>
        <p:nvSpPr>
          <p:cNvPr id="19" name="Text 16"/>
          <p:cNvSpPr txBox="1"/>
          <p:nvPr/>
        </p:nvSpPr>
        <p:spPr>
          <a:xfrm>
            <a:off x="4846320" y="3429000"/>
            <a:ext cx="3657600" cy="822960"/>
          </a:xfrm>
          <a:prstGeom prst="rect">
            <a:avLst/>
          </a:prstGeom>
          <a:noFill/>
          <a:ln/>
        </p:spPr>
        <p:txBody>
          <a:bodyPr wrap="square" lIns="762" tIns="762" rIns="762" bIns="762" rtlCol="0" anchor="t"/>
          <a:lstStyle/>
          <a:p>
            <a:pPr indent="0" marL="0">
              <a:buNone/>
            </a:pPr>
            <a:r>
              <a:rPr lang="en-US" sz="1900" b="1" dirty="0">
                <a:solidFill>
                  <a:srgbClr val="EDE3DF"/>
                </a:solidFill>
                <a:latin typeface="Calibri" pitchFamily="34" charset="0"/>
                <a:ea typeface="Calibri" pitchFamily="34" charset="-122"/>
                <a:cs typeface="Calibri" pitchFamily="34" charset="-120"/>
              </a:rPr>
              <a:t>Every sports story needs evidence and scope.</a:t>
            </a:r>
            <a:endParaRPr lang="en-US" sz="1900" dirty="0"/>
          </a:p>
        </p:txBody>
      </p:sp>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2"/>
          <p:cNvSpPr/>
          <p:nvPr>
            <p:ph idx="112" type="title" hasCustomPrompt="1"/>
          </p:nvPr>
        </p:nvSpPr>
        <p:spPr>
          <a:xfrm>
            <a:off x="457200" y="274320"/>
            <a:ext cx="7772400" cy="731520"/>
          </a:xfrm>
          <a:prstGeom prst="rect">
            <a:avLst/>
          </a:prstGeom>
          <a:noFill/>
          <a:ln/>
        </p:spPr>
        <p:txBody>
          <a:bodyPr wrap="square" lIns="0" tIns="0" rIns="0" bIns="0" rtlCol="0" anchor="ctr"/>
          <a:lstStyle/>
          <a:p>
            <a:pPr algn="l" indent="0" marL="0">
              <a:buNone/>
            </a:pPr>
            <a:r>
              <a:rPr lang="en-US" sz="2400" i="1" dirty="0">
                <a:solidFill>
                  <a:srgbClr val="EDE3DF"/>
                </a:solidFill>
                <a:latin typeface="Arial Black" pitchFamily="34" charset="0"/>
                <a:ea typeface="Arial Black" pitchFamily="34" charset="-122"/>
                <a:cs typeface="Arial Black" pitchFamily="34" charset="-120"/>
              </a:rPr>
              <a:t>Appendix: Data and reproducibility</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554480"/>
                <a:gridCol w="3474720"/>
                <a:gridCol w="3200400"/>
              </a:tblGrid>
              <a:tr h="457200">
                <a:tc>
                  <a:txBody>
                    <a:bodyPr/>
                    <a:lstStyle/>
                    <a:p>
                      <a:pPr indent="0" marL="0">
                        <a:buNone/>
                      </a:pPr>
                      <a:r>
                        <a:rPr lang="en-US" sz="1400" b="1" dirty="0">
                          <a:solidFill>
                            <a:srgbClr val="0E0D10"/>
                          </a:solidFill>
                          <a:latin typeface="Calibri" pitchFamily="34" charset="0"/>
                          <a:ea typeface="Calibri" pitchFamily="34" charset="-122"/>
                          <a:cs typeface="Calibri" pitchFamily="34" charset="-120"/>
                        </a:rPr>
                        <a:t>Sport</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E87500"/>
                    </a:solidFill>
                  </a:tcPr>
                </a:tc>
                <a:tc>
                  <a:txBody>
                    <a:bodyPr/>
                    <a:lstStyle/>
                    <a:p>
                      <a:pPr indent="0" marL="0">
                        <a:buNone/>
                      </a:pPr>
                      <a:r>
                        <a:rPr lang="en-US" sz="1400" b="1" dirty="0">
                          <a:solidFill>
                            <a:srgbClr val="0E0D10"/>
                          </a:solidFill>
                          <a:latin typeface="Calibri" pitchFamily="34" charset="0"/>
                          <a:ea typeface="Calibri" pitchFamily="34" charset="-122"/>
                          <a:cs typeface="Calibri" pitchFamily="34" charset="-120"/>
                        </a:rPr>
                        <a:t>Provider</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E87500"/>
                    </a:solidFill>
                  </a:tcPr>
                </a:tc>
                <a:tc>
                  <a:txBody>
                    <a:bodyPr/>
                    <a:lstStyle/>
                    <a:p>
                      <a:pPr indent="0" marL="0">
                        <a:buNone/>
                      </a:pPr>
                      <a:r>
                        <a:rPr lang="en-US" sz="1400" b="1" dirty="0">
                          <a:solidFill>
                            <a:srgbClr val="0E0D10"/>
                          </a:solidFill>
                          <a:latin typeface="Calibri" pitchFamily="34" charset="0"/>
                          <a:ea typeface="Calibri" pitchFamily="34" charset="-122"/>
                          <a:cs typeface="Calibri" pitchFamily="34" charset="-120"/>
                        </a:rPr>
                        <a:t>Prepared sample</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E87500"/>
                    </a:solidFill>
                  </a:tcPr>
                </a:tc>
              </a:tr>
              <a:tr h="594360">
                <a:tc>
                  <a:txBody>
                    <a:bodyPr/>
                    <a:lstStyle/>
                    <a:p>
                      <a:pPr indent="0" marL="0">
                        <a:buNone/>
                      </a:pPr>
                      <a:r>
                        <a:rPr lang="en-US" sz="1400" b="1" dirty="0">
                          <a:solidFill>
                            <a:srgbClr val="6FD8B0"/>
                          </a:solidFill>
                          <a:latin typeface="Calibri" pitchFamily="34" charset="0"/>
                          <a:ea typeface="Calibri" pitchFamily="34" charset="-122"/>
                          <a:cs typeface="Calibri" pitchFamily="34" charset="-120"/>
                        </a:rPr>
                        <a:t>Football</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400" dirty="0">
                          <a:solidFill>
                            <a:srgbClr val="EDE3DF"/>
                          </a:solidFill>
                          <a:latin typeface="Calibri" pitchFamily="34" charset="0"/>
                          <a:ea typeface="Calibri" pitchFamily="34" charset="-122"/>
                          <a:cs typeface="Calibri" pitchFamily="34" charset="-120"/>
                        </a:rPr>
                        <a:t>nflverse schedules</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400" dirty="0">
                          <a:solidFill>
                            <a:srgbClr val="EDE3DF"/>
                          </a:solidFill>
                          <a:latin typeface="Calibri" pitchFamily="34" charset="0"/>
                          <a:ea typeface="Calibri" pitchFamily="34" charset="-122"/>
                          <a:cs typeface="Calibri" pitchFamily="34" charset="-120"/>
                        </a:rPr>
                        <a:t>1,595 games, 2017–2024, weeks 5–18</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r h="594360">
                <a:tc>
                  <a:txBody>
                    <a:bodyPr/>
                    <a:lstStyle/>
                    <a:p>
                      <a:pPr indent="0" marL="0">
                        <a:buNone/>
                      </a:pPr>
                      <a:r>
                        <a:rPr lang="en-US" sz="1400" b="1" dirty="0">
                          <a:solidFill>
                            <a:srgbClr val="6FD8B0"/>
                          </a:solidFill>
                          <a:latin typeface="Calibri" pitchFamily="34" charset="0"/>
                          <a:ea typeface="Calibri" pitchFamily="34" charset="-122"/>
                          <a:cs typeface="Calibri" pitchFamily="34" charset="-120"/>
                        </a:rPr>
                        <a:t>Soccer</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400" dirty="0">
                          <a:solidFill>
                            <a:srgbClr val="EDE3DF"/>
                          </a:solidFill>
                          <a:latin typeface="Calibri" pitchFamily="34" charset="0"/>
                          <a:ea typeface="Calibri" pitchFamily="34" charset="-122"/>
                          <a:cs typeface="Calibri" pitchFamily="34" charset="-120"/>
                        </a:rPr>
                        <a:t>Wyscout / Pappalardo &amp; Massucco</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400" dirty="0">
                          <a:solidFill>
                            <a:srgbClr val="EDE3DF"/>
                          </a:solidFill>
                          <a:latin typeface="Calibri" pitchFamily="34" charset="0"/>
                          <a:ea typeface="Calibri" pitchFamily="34" charset="-122"/>
                          <a:cs typeface="Calibri" pitchFamily="34" charset="-120"/>
                        </a:rPr>
                        <a:t>8,451 shots, EPL 2017–18</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r h="594360">
                <a:tc>
                  <a:txBody>
                    <a:bodyPr/>
                    <a:lstStyle/>
                    <a:p>
                      <a:pPr indent="0" marL="0">
                        <a:buNone/>
                      </a:pPr>
                      <a:r>
                        <a:rPr lang="en-US" sz="1400" b="1" dirty="0">
                          <a:solidFill>
                            <a:srgbClr val="6FD8B0"/>
                          </a:solidFill>
                          <a:latin typeface="Calibri" pitchFamily="34" charset="0"/>
                          <a:ea typeface="Calibri" pitchFamily="34" charset="-122"/>
                          <a:cs typeface="Calibri" pitchFamily="34" charset="-120"/>
                        </a:rPr>
                        <a:t>Basketball</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400" dirty="0">
                          <a:solidFill>
                            <a:srgbClr val="EDE3DF"/>
                          </a:solidFill>
                          <a:latin typeface="Calibri" pitchFamily="34" charset="0"/>
                          <a:ea typeface="Calibri" pitchFamily="34" charset="-122"/>
                          <a:cs typeface="Calibri" pitchFamily="34" charset="-120"/>
                        </a:rPr>
                        <a:t>SportsDataverse / ESPN</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c>
                  <a:txBody>
                    <a:bodyPr/>
                    <a:lstStyle/>
                    <a:p>
                      <a:pPr indent="0" marL="0">
                        <a:buNone/>
                      </a:pPr>
                      <a:r>
                        <a:rPr lang="en-US" sz="1400" dirty="0">
                          <a:solidFill>
                            <a:srgbClr val="EDE3DF"/>
                          </a:solidFill>
                          <a:latin typeface="Calibri" pitchFamily="34" charset="0"/>
                          <a:ea typeface="Calibri" pitchFamily="34" charset="-122"/>
                          <a:cs typeface="Calibri" pitchFamily="34" charset="-120"/>
                        </a:rPr>
                        <a:t>359 players, NBA 2023–24</a:t>
                      </a:r>
                      <a:endParaRPr lang="en-US" sz="1400" dirty="0">
                        <a:latin typeface="Calibri" charset="0"/>
                        <a:ea typeface="Calibri" charset="0"/>
                        <a:cs typeface="Calibri" charset="0"/>
                      </a:endParaRPr>
                    </a:p>
                  </a:txBody>
                  <a:tcPr marL="91440" marR="91440" marT="36576" marB="36576" anchor="ctr">
                    <a:lnL w="19050" cap="flat" cmpd="sng" algn="ctr">
                      <a:solidFill>
                        <a:srgbClr val="0E0D10"/>
                      </a:solidFill>
                      <a:prstDash val="solid"/>
                      <a:round/>
                      <a:headEnd type="none" w="med" len="med"/>
                      <a:tailEnd type="none" w="med" len="med"/>
                    </a:lnL>
                    <a:lnR w="19050" cap="flat" cmpd="sng" algn="ctr">
                      <a:solidFill>
                        <a:srgbClr val="0E0D10"/>
                      </a:solidFill>
                      <a:prstDash val="solid"/>
                      <a:round/>
                      <a:headEnd type="none" w="med" len="med"/>
                      <a:tailEnd type="none" w="med" len="med"/>
                    </a:lnR>
                    <a:lnT w="19050" cap="flat" cmpd="sng" algn="ctr">
                      <a:solidFill>
                        <a:srgbClr val="0E0D10"/>
                      </a:solidFill>
                      <a:prstDash val="solid"/>
                      <a:round/>
                      <a:headEnd type="none" w="med" len="med"/>
                      <a:tailEnd type="none" w="med" len="med"/>
                    </a:lnT>
                    <a:lnB w="19050" cap="flat" cmpd="sng" algn="ctr">
                      <a:solidFill>
                        <a:srgbClr val="0E0D10"/>
                      </a:solidFill>
                      <a:prstDash val="solid"/>
                      <a:round/>
                      <a:headEnd type="none" w="med" len="med"/>
                      <a:tailEnd type="none" w="med" len="med"/>
                    </a:lnB>
                    <a:solidFill>
                      <a:srgbClr val="2B2B2E"/>
                    </a:solidFill>
                  </a:tcPr>
                </a:tc>
              </a:tr>
            </a:tbl>
          </a:graphicData>
        </a:graphic>
      </p:graphicFrame>
      <p:sp>
        <p:nvSpPr>
          <p:cNvPr id="5" name="Shape 1"/>
          <p:cNvSpPr/>
          <p:nvPr/>
        </p:nvSpPr>
        <p:spPr>
          <a:xfrm>
            <a:off x="1097280" y="3840480"/>
            <a:ext cx="6949440" cy="548640"/>
          </a:xfrm>
          <a:prstGeom prst="roundRect">
            <a:avLst>
              <a:gd name="adj" fmla="val 25000"/>
            </a:avLst>
          </a:prstGeom>
          <a:solidFill>
            <a:srgbClr val="17462F"/>
          </a:solidFill>
          <a:ln w="12700">
            <a:solidFill>
              <a:srgbClr val="6FD8B0"/>
            </a:solidFill>
            <a:prstDash val="solid"/>
          </a:ln>
        </p:spPr>
      </p:sp>
      <p:sp>
        <p:nvSpPr>
          <p:cNvPr id="6" name="Text 2"/>
          <p:cNvSpPr txBox="1"/>
          <p:nvPr/>
        </p:nvSpPr>
        <p:spPr>
          <a:xfrm>
            <a:off x="1097280" y="3840480"/>
            <a:ext cx="6949440" cy="548640"/>
          </a:xfrm>
          <a:prstGeom prst="rect">
            <a:avLst/>
          </a:prstGeom>
          <a:noFill/>
          <a:ln/>
        </p:spPr>
        <p:txBody>
          <a:bodyPr wrap="square" lIns="762" tIns="762" rIns="762" bIns="762" rtlCol="0" anchor="ctr"/>
          <a:lstStyle/>
          <a:p>
            <a:pPr algn="ctr" indent="0" marL="0">
              <a:buNone/>
            </a:pPr>
            <a:r>
              <a:rPr lang="en-US" sz="1700" b="1" dirty="0">
                <a:solidFill>
                  <a:srgbClr val="EDE3DF"/>
                </a:solidFill>
                <a:latin typeface="Calibri" pitchFamily="34" charset="0"/>
                <a:ea typeface="Calibri" pitchFamily="34" charset="-122"/>
                <a:cs typeface="Calibri" pitchFamily="34" charset="-120"/>
              </a:rPr>
              <a:t>Frozen CSVs, documented transformations, no live sports APIs.</a:t>
            </a:r>
            <a:endParaRPr lang="en-US" sz="1700" dirty="0"/>
          </a:p>
        </p:txBody>
      </p:sp>
      <p:sp>
        <p:nvSpPr>
          <p:cNvPr id="25" name="Slide Number Placeholder 0"/>
          <p:cNvSpPr>
            <a:spLocks noGrp="1"/>
          </p:cNvSpPr>
          <p:nvPr>
            <p:ph type="sldNum" sz="quarter" idx="4294967295"/>
          </p:nvPr>
        </p:nvSpPr>
        <p:spPr>
          <a:xfrm>
            <a:off x="8229600" y="2743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0AC"/>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 in Sports Analytics: Workshop 2</dc:title>
  <dc:subject>PptxGenJS Presentation</dc:subject>
  <dc:creator>SAC UTD</dc:creator>
  <cp:lastModifiedBy>SAC UTD</cp:lastModifiedBy>
  <cp:revision>1</cp:revision>
  <dcterms:created xsi:type="dcterms:W3CDTF">2026-10-05T19:47:18Z</dcterms:created>
  <dcterms:modified xsi:type="dcterms:W3CDTF">2026-10-05T19:47:18Z</dcterms:modified>
</cp:coreProperties>
</file>